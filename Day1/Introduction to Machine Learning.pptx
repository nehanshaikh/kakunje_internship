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No Style, Table Grid">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2669019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50386540"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63545279"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58093396"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45609980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305850545"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38475194" name="Slide Image Placeholder 1"/>
          <p:cNvSpPr>
            <a:spLocks noGrp="1" noRot="1" noChangeAspect="1"/>
          </p:cNvSpPr>
          <p:nvPr>
            <p:ph type="sldImg"/>
          </p:nvPr>
        </p:nvSpPr>
        <p:spPr bwMode="auto"/>
      </p:sp>
      <p:sp>
        <p:nvSpPr>
          <p:cNvPr id="2145089728" name="Notes Placeholder 2"/>
          <p:cNvSpPr>
            <a:spLocks noGrp="1"/>
          </p:cNvSpPr>
          <p:nvPr>
            <p:ph type="body" idx="1"/>
          </p:nvPr>
        </p:nvSpPr>
        <p:spPr bwMode="auto"/>
        <p:txBody>
          <a:bodyPr/>
          <a:lstStyle/>
          <a:p>
            <a:pPr>
              <a:defRPr/>
            </a:pPr>
            <a:endParaRPr/>
          </a:p>
        </p:txBody>
      </p:sp>
      <p:sp>
        <p:nvSpPr>
          <p:cNvPr id="1875082368" name="Slide Number Placeholder 3"/>
          <p:cNvSpPr>
            <a:spLocks noGrp="1"/>
          </p:cNvSpPr>
          <p:nvPr>
            <p:ph type="sldNum" sz="quarter" idx="10"/>
          </p:nvPr>
        </p:nvSpPr>
        <p:spPr bwMode="auto"/>
        <p:txBody>
          <a:bodyPr/>
          <a:lstStyle/>
          <a:p>
            <a:pPr>
              <a:defRPr/>
            </a:pPr>
            <a:fld id="{8B370269-BA09-C178-D0FF-40C3C731D16A}"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56971685" name="Slide Image Placeholder 1"/>
          <p:cNvSpPr>
            <a:spLocks noGrp="1" noRot="1" noChangeAspect="1"/>
          </p:cNvSpPr>
          <p:nvPr>
            <p:ph type="sldImg"/>
          </p:nvPr>
        </p:nvSpPr>
        <p:spPr bwMode="auto"/>
      </p:sp>
      <p:sp>
        <p:nvSpPr>
          <p:cNvPr id="238354804" name="Notes Placeholder 2"/>
          <p:cNvSpPr>
            <a:spLocks noGrp="1"/>
          </p:cNvSpPr>
          <p:nvPr>
            <p:ph type="body" idx="1"/>
          </p:nvPr>
        </p:nvSpPr>
        <p:spPr bwMode="auto"/>
        <p:txBody>
          <a:bodyPr/>
          <a:lstStyle/>
          <a:p>
            <a:pPr>
              <a:defRPr/>
            </a:pPr>
            <a:endParaRPr/>
          </a:p>
        </p:txBody>
      </p:sp>
      <p:sp>
        <p:nvSpPr>
          <p:cNvPr id="426286572" name="Slide Number Placeholder 3"/>
          <p:cNvSpPr>
            <a:spLocks noGrp="1"/>
          </p:cNvSpPr>
          <p:nvPr>
            <p:ph type="sldNum" sz="quarter" idx="10"/>
          </p:nvPr>
        </p:nvSpPr>
        <p:spPr bwMode="auto"/>
        <p:txBody>
          <a:bodyPr/>
          <a:lstStyle/>
          <a:p>
            <a:pPr>
              <a:defRPr/>
            </a:pPr>
            <a:fld id="{B4CB6BD4-90D8-654A-0D87-CF1CB7CA9FC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84894647" name="Slide Image Placeholder 1"/>
          <p:cNvSpPr>
            <a:spLocks noGrp="1" noRot="1" noChangeAspect="1"/>
          </p:cNvSpPr>
          <p:nvPr>
            <p:ph type="sldImg"/>
          </p:nvPr>
        </p:nvSpPr>
        <p:spPr bwMode="auto"/>
      </p:sp>
      <p:sp>
        <p:nvSpPr>
          <p:cNvPr id="2123764683" name="Notes Placeholder 2"/>
          <p:cNvSpPr>
            <a:spLocks noGrp="1"/>
          </p:cNvSpPr>
          <p:nvPr>
            <p:ph type="body" idx="1"/>
          </p:nvPr>
        </p:nvSpPr>
        <p:spPr bwMode="auto"/>
        <p:txBody>
          <a:bodyPr/>
          <a:lstStyle/>
          <a:p>
            <a:pPr>
              <a:defRPr/>
            </a:pPr>
            <a:endParaRPr/>
          </a:p>
        </p:txBody>
      </p:sp>
      <p:sp>
        <p:nvSpPr>
          <p:cNvPr id="1841428233" name="Slide Number Placeholder 3"/>
          <p:cNvSpPr>
            <a:spLocks noGrp="1"/>
          </p:cNvSpPr>
          <p:nvPr>
            <p:ph type="sldNum" sz="quarter" idx="10"/>
          </p:nvPr>
        </p:nvSpPr>
        <p:spPr bwMode="auto"/>
        <p:txBody>
          <a:bodyPr/>
          <a:lstStyle/>
          <a:p>
            <a:pPr>
              <a:defRPr/>
            </a:pPr>
            <a:fld id="{5A05FB0C-4F2B-6519-FD35-693D3C63B9C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8816003" name="Slide Image Placeholder 1"/>
          <p:cNvSpPr>
            <a:spLocks noGrp="1" noRot="1" noChangeAspect="1"/>
          </p:cNvSpPr>
          <p:nvPr>
            <p:ph type="sldImg"/>
          </p:nvPr>
        </p:nvSpPr>
        <p:spPr bwMode="auto"/>
      </p:sp>
      <p:sp>
        <p:nvSpPr>
          <p:cNvPr id="290025954" name="Notes Placeholder 2"/>
          <p:cNvSpPr>
            <a:spLocks noGrp="1"/>
          </p:cNvSpPr>
          <p:nvPr>
            <p:ph type="body" idx="1"/>
          </p:nvPr>
        </p:nvSpPr>
        <p:spPr bwMode="auto"/>
        <p:txBody>
          <a:bodyPr/>
          <a:lstStyle/>
          <a:p>
            <a:pPr>
              <a:defRPr/>
            </a:pPr>
            <a:endParaRPr/>
          </a:p>
        </p:txBody>
      </p:sp>
      <p:sp>
        <p:nvSpPr>
          <p:cNvPr id="1443572697" name="Slide Number Placeholder 3"/>
          <p:cNvSpPr>
            <a:spLocks noGrp="1"/>
          </p:cNvSpPr>
          <p:nvPr>
            <p:ph type="sldNum" sz="quarter" idx="10"/>
          </p:nvPr>
        </p:nvSpPr>
        <p:spPr bwMode="auto"/>
        <p:txBody>
          <a:bodyPr/>
          <a:lstStyle/>
          <a:p>
            <a:pPr>
              <a:defRPr/>
            </a:pPr>
            <a:fld id="{DFECE149-2454-A0B6-A784-861F30ECE000}"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13027227" name="Slide Image Placeholder 1"/>
          <p:cNvSpPr>
            <a:spLocks noGrp="1" noRot="1" noChangeAspect="1"/>
          </p:cNvSpPr>
          <p:nvPr>
            <p:ph type="sldImg"/>
          </p:nvPr>
        </p:nvSpPr>
        <p:spPr bwMode="auto"/>
      </p:sp>
      <p:sp>
        <p:nvSpPr>
          <p:cNvPr id="1265551406" name="Notes Placeholder 2"/>
          <p:cNvSpPr>
            <a:spLocks noGrp="1"/>
          </p:cNvSpPr>
          <p:nvPr>
            <p:ph type="body" idx="1"/>
          </p:nvPr>
        </p:nvSpPr>
        <p:spPr bwMode="auto"/>
        <p:txBody>
          <a:bodyPr/>
          <a:lstStyle/>
          <a:p>
            <a:pPr>
              <a:defRPr/>
            </a:pPr>
            <a:endParaRPr/>
          </a:p>
        </p:txBody>
      </p:sp>
      <p:sp>
        <p:nvSpPr>
          <p:cNvPr id="884095204" name="Slide Number Placeholder 3"/>
          <p:cNvSpPr>
            <a:spLocks noGrp="1"/>
          </p:cNvSpPr>
          <p:nvPr>
            <p:ph type="sldNum" sz="quarter" idx="10"/>
          </p:nvPr>
        </p:nvSpPr>
        <p:spPr bwMode="auto"/>
        <p:txBody>
          <a:bodyPr/>
          <a:lstStyle/>
          <a:p>
            <a:pPr>
              <a:defRPr/>
            </a:pPr>
            <a:fld id="{81F6104B-68A0-5D62-CEC8-D853C1128438}"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9412174" name="Slide Image Placeholder 1"/>
          <p:cNvSpPr>
            <a:spLocks noGrp="1" noRot="1" noChangeAspect="1"/>
          </p:cNvSpPr>
          <p:nvPr>
            <p:ph type="sldImg"/>
          </p:nvPr>
        </p:nvSpPr>
        <p:spPr bwMode="auto"/>
      </p:sp>
      <p:sp>
        <p:nvSpPr>
          <p:cNvPr id="1331328130" name="Notes Placeholder 2"/>
          <p:cNvSpPr>
            <a:spLocks noGrp="1"/>
          </p:cNvSpPr>
          <p:nvPr>
            <p:ph type="body" idx="1"/>
          </p:nvPr>
        </p:nvSpPr>
        <p:spPr bwMode="auto"/>
        <p:txBody>
          <a:bodyPr/>
          <a:lstStyle/>
          <a:p>
            <a:pPr>
              <a:defRPr/>
            </a:pPr>
            <a:endParaRPr/>
          </a:p>
        </p:txBody>
      </p:sp>
      <p:sp>
        <p:nvSpPr>
          <p:cNvPr id="1467333586" name="Slide Number Placeholder 3"/>
          <p:cNvSpPr>
            <a:spLocks noGrp="1"/>
          </p:cNvSpPr>
          <p:nvPr>
            <p:ph type="sldNum" sz="quarter" idx="10"/>
          </p:nvPr>
        </p:nvSpPr>
        <p:spPr bwMode="auto"/>
        <p:txBody>
          <a:bodyPr/>
          <a:lstStyle/>
          <a:p>
            <a:pPr>
              <a:defRPr/>
            </a:pPr>
            <a:fld id="{B230E726-2474-05F4-6996-EFDDDC4FD0B3}"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0314411" name="Slide Image Placeholder 1"/>
          <p:cNvSpPr>
            <a:spLocks noGrp="1" noRot="1" noChangeAspect="1"/>
          </p:cNvSpPr>
          <p:nvPr>
            <p:ph type="sldImg"/>
          </p:nvPr>
        </p:nvSpPr>
        <p:spPr bwMode="auto"/>
      </p:sp>
      <p:sp>
        <p:nvSpPr>
          <p:cNvPr id="1086895292" name="Notes Placeholder 2"/>
          <p:cNvSpPr>
            <a:spLocks noGrp="1"/>
          </p:cNvSpPr>
          <p:nvPr>
            <p:ph type="body" idx="1"/>
          </p:nvPr>
        </p:nvSpPr>
        <p:spPr bwMode="auto"/>
        <p:txBody>
          <a:bodyPr/>
          <a:lstStyle/>
          <a:p>
            <a:pPr>
              <a:defRPr/>
            </a:pPr>
            <a:endParaRPr/>
          </a:p>
        </p:txBody>
      </p:sp>
      <p:sp>
        <p:nvSpPr>
          <p:cNvPr id="709470242" name="Slide Number Placeholder 3"/>
          <p:cNvSpPr>
            <a:spLocks noGrp="1"/>
          </p:cNvSpPr>
          <p:nvPr>
            <p:ph type="sldNum" sz="quarter" idx="10"/>
          </p:nvPr>
        </p:nvSpPr>
        <p:spPr bwMode="auto"/>
        <p:txBody>
          <a:bodyPr/>
          <a:lstStyle/>
          <a:p>
            <a:pPr>
              <a:defRPr/>
            </a:pPr>
            <a:fld id="{98D21715-AD69-052C-3D12-7D1B6F9B37F6}"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4775451" name="Slide Image Placeholder 1"/>
          <p:cNvSpPr>
            <a:spLocks noGrp="1" noRot="1" noChangeAspect="1"/>
          </p:cNvSpPr>
          <p:nvPr>
            <p:ph type="sldImg"/>
          </p:nvPr>
        </p:nvSpPr>
        <p:spPr bwMode="auto"/>
      </p:sp>
      <p:sp>
        <p:nvSpPr>
          <p:cNvPr id="157813805" name="Notes Placeholder 2"/>
          <p:cNvSpPr>
            <a:spLocks noGrp="1"/>
          </p:cNvSpPr>
          <p:nvPr>
            <p:ph type="body" idx="1"/>
          </p:nvPr>
        </p:nvSpPr>
        <p:spPr bwMode="auto"/>
        <p:txBody>
          <a:bodyPr/>
          <a:lstStyle/>
          <a:p>
            <a:pPr>
              <a:defRPr/>
            </a:pPr>
            <a:endParaRPr/>
          </a:p>
        </p:txBody>
      </p:sp>
      <p:sp>
        <p:nvSpPr>
          <p:cNvPr id="1578073501" name="Slide Number Placeholder 3"/>
          <p:cNvSpPr>
            <a:spLocks noGrp="1"/>
          </p:cNvSpPr>
          <p:nvPr>
            <p:ph type="sldNum" sz="quarter" idx="10"/>
          </p:nvPr>
        </p:nvSpPr>
        <p:spPr bwMode="auto"/>
        <p:txBody>
          <a:bodyPr/>
          <a:lstStyle/>
          <a:p>
            <a:pPr>
              <a:defRPr/>
            </a:pPr>
            <a:fld id="{323DC756-A377-1EC8-095A-21EEA0AC433E}"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67864456" name="Slide Image Placeholder 1"/>
          <p:cNvSpPr>
            <a:spLocks noGrp="1" noRot="1" noChangeAspect="1"/>
          </p:cNvSpPr>
          <p:nvPr>
            <p:ph type="sldImg"/>
          </p:nvPr>
        </p:nvSpPr>
        <p:spPr bwMode="auto"/>
      </p:sp>
      <p:sp>
        <p:nvSpPr>
          <p:cNvPr id="1799755901" name="Notes Placeholder 2"/>
          <p:cNvSpPr>
            <a:spLocks noGrp="1"/>
          </p:cNvSpPr>
          <p:nvPr>
            <p:ph type="body" idx="1"/>
          </p:nvPr>
        </p:nvSpPr>
        <p:spPr bwMode="auto"/>
        <p:txBody>
          <a:bodyPr/>
          <a:lstStyle/>
          <a:p>
            <a:pPr>
              <a:defRPr/>
            </a:pPr>
            <a:endParaRPr/>
          </a:p>
        </p:txBody>
      </p:sp>
      <p:sp>
        <p:nvSpPr>
          <p:cNvPr id="2067087039" name="Slide Number Placeholder 3"/>
          <p:cNvSpPr>
            <a:spLocks noGrp="1"/>
          </p:cNvSpPr>
          <p:nvPr>
            <p:ph type="sldNum" sz="quarter" idx="10"/>
          </p:nvPr>
        </p:nvSpPr>
        <p:spPr bwMode="auto"/>
        <p:txBody>
          <a:bodyPr/>
          <a:lstStyle/>
          <a:p>
            <a:pPr>
              <a:defRPr/>
            </a:pPr>
            <a:fld id="{C55EA240-7E7F-0B05-75E4-7D16792ED9EB}"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2442814" name="Slide Image Placeholder 1"/>
          <p:cNvSpPr>
            <a:spLocks noGrp="1" noRot="1" noChangeAspect="1"/>
          </p:cNvSpPr>
          <p:nvPr>
            <p:ph type="sldImg"/>
          </p:nvPr>
        </p:nvSpPr>
        <p:spPr bwMode="auto"/>
      </p:sp>
      <p:sp>
        <p:nvSpPr>
          <p:cNvPr id="1427304939" name="Notes Placeholder 2"/>
          <p:cNvSpPr>
            <a:spLocks noGrp="1"/>
          </p:cNvSpPr>
          <p:nvPr>
            <p:ph type="body" idx="1"/>
          </p:nvPr>
        </p:nvSpPr>
        <p:spPr bwMode="auto"/>
        <p:txBody>
          <a:bodyPr/>
          <a:lstStyle/>
          <a:p>
            <a:pPr>
              <a:defRPr/>
            </a:pPr>
            <a:endParaRPr/>
          </a:p>
        </p:txBody>
      </p:sp>
      <p:sp>
        <p:nvSpPr>
          <p:cNvPr id="703336951" name="Slide Number Placeholder 3"/>
          <p:cNvSpPr>
            <a:spLocks noGrp="1"/>
          </p:cNvSpPr>
          <p:nvPr>
            <p:ph type="sldNum" sz="quarter" idx="10"/>
          </p:nvPr>
        </p:nvSpPr>
        <p:spPr bwMode="auto"/>
        <p:txBody>
          <a:bodyPr/>
          <a:lstStyle/>
          <a:p>
            <a:pPr>
              <a:defRPr/>
            </a:pPr>
            <a:fld id="{031D5873-678F-2DFA-7F4A-296BA813C476}"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86975402" name="Slide Image Placeholder 1"/>
          <p:cNvSpPr>
            <a:spLocks noGrp="1" noRot="1" noChangeAspect="1"/>
          </p:cNvSpPr>
          <p:nvPr>
            <p:ph type="sldImg"/>
          </p:nvPr>
        </p:nvSpPr>
        <p:spPr bwMode="auto"/>
      </p:sp>
      <p:sp>
        <p:nvSpPr>
          <p:cNvPr id="594224828" name="Notes Placeholder 2"/>
          <p:cNvSpPr>
            <a:spLocks noGrp="1"/>
          </p:cNvSpPr>
          <p:nvPr>
            <p:ph type="body" idx="1"/>
          </p:nvPr>
        </p:nvSpPr>
        <p:spPr bwMode="auto"/>
        <p:txBody>
          <a:bodyPr/>
          <a:lstStyle/>
          <a:p>
            <a:pPr>
              <a:defRPr/>
            </a:pPr>
            <a:endParaRPr/>
          </a:p>
        </p:txBody>
      </p:sp>
      <p:sp>
        <p:nvSpPr>
          <p:cNvPr id="1516212251" name="Slide Number Placeholder 3"/>
          <p:cNvSpPr>
            <a:spLocks noGrp="1"/>
          </p:cNvSpPr>
          <p:nvPr>
            <p:ph type="sldNum" sz="quarter" idx="10"/>
          </p:nvPr>
        </p:nvSpPr>
        <p:spPr bwMode="auto"/>
        <p:txBody>
          <a:bodyPr/>
          <a:lstStyle/>
          <a:p>
            <a:pPr>
              <a:defRPr/>
            </a:pPr>
            <a:fld id="{EF0D4E28-1E44-EDA2-1BDE-D8458193C575}"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40348558" name="Slide Image Placeholder 1"/>
          <p:cNvSpPr>
            <a:spLocks noGrp="1" noRot="1" noChangeAspect="1"/>
          </p:cNvSpPr>
          <p:nvPr>
            <p:ph type="sldImg"/>
          </p:nvPr>
        </p:nvSpPr>
        <p:spPr bwMode="auto"/>
      </p:sp>
      <p:sp>
        <p:nvSpPr>
          <p:cNvPr id="1452073336" name="Notes Placeholder 2"/>
          <p:cNvSpPr>
            <a:spLocks noGrp="1"/>
          </p:cNvSpPr>
          <p:nvPr>
            <p:ph type="body" idx="1"/>
          </p:nvPr>
        </p:nvSpPr>
        <p:spPr bwMode="auto"/>
        <p:txBody>
          <a:bodyPr/>
          <a:lstStyle/>
          <a:p>
            <a:pPr>
              <a:defRPr/>
            </a:pPr>
            <a:endParaRPr/>
          </a:p>
        </p:txBody>
      </p:sp>
      <p:sp>
        <p:nvSpPr>
          <p:cNvPr id="680253997" name="Slide Number Placeholder 3"/>
          <p:cNvSpPr>
            <a:spLocks noGrp="1"/>
          </p:cNvSpPr>
          <p:nvPr>
            <p:ph type="sldNum" sz="quarter" idx="10"/>
          </p:nvPr>
        </p:nvSpPr>
        <p:spPr bwMode="auto"/>
        <p:txBody>
          <a:bodyPr/>
          <a:lstStyle/>
          <a:p>
            <a:pPr>
              <a:defRPr/>
            </a:pPr>
            <a:fld id="{49B1976A-B265-3EC6-AE40-EE7EDDD6944F}"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31328011" name="Slide Image Placeholder 1"/>
          <p:cNvSpPr>
            <a:spLocks noGrp="1" noRot="1" noChangeAspect="1"/>
          </p:cNvSpPr>
          <p:nvPr>
            <p:ph type="sldImg"/>
          </p:nvPr>
        </p:nvSpPr>
        <p:spPr bwMode="auto"/>
      </p:sp>
      <p:sp>
        <p:nvSpPr>
          <p:cNvPr id="926672399" name="Notes Placeholder 2"/>
          <p:cNvSpPr>
            <a:spLocks noGrp="1"/>
          </p:cNvSpPr>
          <p:nvPr>
            <p:ph type="body" idx="1"/>
          </p:nvPr>
        </p:nvSpPr>
        <p:spPr bwMode="auto"/>
        <p:txBody>
          <a:bodyPr/>
          <a:lstStyle/>
          <a:p>
            <a:pPr>
              <a:defRPr/>
            </a:pPr>
            <a:endParaRPr/>
          </a:p>
        </p:txBody>
      </p:sp>
      <p:sp>
        <p:nvSpPr>
          <p:cNvPr id="191590258" name="Slide Number Placeholder 3"/>
          <p:cNvSpPr>
            <a:spLocks noGrp="1"/>
          </p:cNvSpPr>
          <p:nvPr>
            <p:ph type="sldNum" sz="quarter" idx="10"/>
          </p:nvPr>
        </p:nvSpPr>
        <p:spPr bwMode="auto"/>
        <p:txBody>
          <a:bodyPr/>
          <a:lstStyle/>
          <a:p>
            <a:pPr>
              <a:defRPr/>
            </a:pPr>
            <a:fld id="{60E14C68-5EBE-2177-26ED-B08A6E59F28A}"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74022796" name="Slide Image Placeholder 1"/>
          <p:cNvSpPr>
            <a:spLocks noGrp="1" noRot="1" noChangeAspect="1"/>
          </p:cNvSpPr>
          <p:nvPr>
            <p:ph type="sldImg"/>
          </p:nvPr>
        </p:nvSpPr>
        <p:spPr bwMode="auto"/>
      </p:sp>
      <p:sp>
        <p:nvSpPr>
          <p:cNvPr id="830897580" name="Notes Placeholder 2"/>
          <p:cNvSpPr>
            <a:spLocks noGrp="1"/>
          </p:cNvSpPr>
          <p:nvPr>
            <p:ph type="body" idx="1"/>
          </p:nvPr>
        </p:nvSpPr>
        <p:spPr bwMode="auto"/>
        <p:txBody>
          <a:bodyPr/>
          <a:lstStyle/>
          <a:p>
            <a:pPr>
              <a:defRPr/>
            </a:pPr>
            <a:endParaRPr/>
          </a:p>
        </p:txBody>
      </p:sp>
      <p:sp>
        <p:nvSpPr>
          <p:cNvPr id="271567762" name="Slide Number Placeholder 3"/>
          <p:cNvSpPr>
            <a:spLocks noGrp="1"/>
          </p:cNvSpPr>
          <p:nvPr>
            <p:ph type="sldNum" sz="quarter" idx="10"/>
          </p:nvPr>
        </p:nvSpPr>
        <p:spPr bwMode="auto"/>
        <p:txBody>
          <a:bodyPr/>
          <a:lstStyle/>
          <a:p>
            <a:pPr>
              <a:defRPr/>
            </a:pPr>
            <a:fld id="{E2138EC0-1197-835B-F245-E7CDF29A539D}"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32769322" name="Slide Image Placeholder 1"/>
          <p:cNvSpPr>
            <a:spLocks noGrp="1" noRot="1" noChangeAspect="1"/>
          </p:cNvSpPr>
          <p:nvPr>
            <p:ph type="sldImg"/>
          </p:nvPr>
        </p:nvSpPr>
        <p:spPr bwMode="auto"/>
      </p:sp>
      <p:sp>
        <p:nvSpPr>
          <p:cNvPr id="2128068709" name="Notes Placeholder 2"/>
          <p:cNvSpPr>
            <a:spLocks noGrp="1"/>
          </p:cNvSpPr>
          <p:nvPr>
            <p:ph type="body" idx="1"/>
          </p:nvPr>
        </p:nvSpPr>
        <p:spPr bwMode="auto"/>
        <p:txBody>
          <a:bodyPr/>
          <a:lstStyle/>
          <a:p>
            <a:pPr>
              <a:defRPr/>
            </a:pPr>
            <a:endParaRPr/>
          </a:p>
        </p:txBody>
      </p:sp>
      <p:sp>
        <p:nvSpPr>
          <p:cNvPr id="423599450" name="Slide Number Placeholder 3"/>
          <p:cNvSpPr>
            <a:spLocks noGrp="1"/>
          </p:cNvSpPr>
          <p:nvPr>
            <p:ph type="sldNum" sz="quarter" idx="10"/>
          </p:nvPr>
        </p:nvSpPr>
        <p:spPr bwMode="auto"/>
        <p:txBody>
          <a:bodyPr/>
          <a:lstStyle/>
          <a:p>
            <a:pPr>
              <a:defRPr/>
            </a:pPr>
            <a:fld id="{7C732B64-9C80-3CF4-BF44-BB5AEFEDA1D4}"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92539189" name="Slide Image Placeholder 1"/>
          <p:cNvSpPr>
            <a:spLocks noGrp="1" noRot="1" noChangeAspect="1"/>
          </p:cNvSpPr>
          <p:nvPr>
            <p:ph type="sldImg"/>
          </p:nvPr>
        </p:nvSpPr>
        <p:spPr bwMode="auto"/>
      </p:sp>
      <p:sp>
        <p:nvSpPr>
          <p:cNvPr id="865708627" name="Notes Placeholder 2"/>
          <p:cNvSpPr>
            <a:spLocks noGrp="1"/>
          </p:cNvSpPr>
          <p:nvPr>
            <p:ph type="body" idx="1"/>
          </p:nvPr>
        </p:nvSpPr>
        <p:spPr bwMode="auto"/>
        <p:txBody>
          <a:bodyPr/>
          <a:lstStyle/>
          <a:p>
            <a:pPr>
              <a:defRPr/>
            </a:pPr>
            <a:endParaRPr/>
          </a:p>
        </p:txBody>
      </p:sp>
      <p:sp>
        <p:nvSpPr>
          <p:cNvPr id="1469987884" name="Slide Number Placeholder 3"/>
          <p:cNvSpPr>
            <a:spLocks noGrp="1"/>
          </p:cNvSpPr>
          <p:nvPr>
            <p:ph type="sldNum" sz="quarter" idx="10"/>
          </p:nvPr>
        </p:nvSpPr>
        <p:spPr bwMode="auto"/>
        <p:txBody>
          <a:bodyPr/>
          <a:lstStyle/>
          <a:p>
            <a:pPr>
              <a:defRPr/>
            </a:pPr>
            <a:fld id="{6EEFA83B-05A8-4DF3-EF18-4941DB64D25B}"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887046" name="Slide Image Placeholder 1"/>
          <p:cNvSpPr>
            <a:spLocks noGrp="1" noRot="1" noChangeAspect="1"/>
          </p:cNvSpPr>
          <p:nvPr>
            <p:ph type="sldImg"/>
          </p:nvPr>
        </p:nvSpPr>
        <p:spPr bwMode="auto"/>
      </p:sp>
      <p:sp>
        <p:nvSpPr>
          <p:cNvPr id="336513805" name="Notes Placeholder 2"/>
          <p:cNvSpPr>
            <a:spLocks noGrp="1"/>
          </p:cNvSpPr>
          <p:nvPr>
            <p:ph type="body" idx="1"/>
          </p:nvPr>
        </p:nvSpPr>
        <p:spPr bwMode="auto"/>
        <p:txBody>
          <a:bodyPr/>
          <a:lstStyle/>
          <a:p>
            <a:pPr>
              <a:defRPr/>
            </a:pPr>
            <a:endParaRPr/>
          </a:p>
        </p:txBody>
      </p:sp>
      <p:sp>
        <p:nvSpPr>
          <p:cNvPr id="513815289" name="Slide Number Placeholder 3"/>
          <p:cNvSpPr>
            <a:spLocks noGrp="1"/>
          </p:cNvSpPr>
          <p:nvPr>
            <p:ph type="sldNum" sz="quarter" idx="10"/>
          </p:nvPr>
        </p:nvSpPr>
        <p:spPr bwMode="auto"/>
        <p:txBody>
          <a:bodyPr/>
          <a:lstStyle/>
          <a:p>
            <a:pPr>
              <a:defRPr/>
            </a:pPr>
            <a:fld id="{45192182-3A55-AC33-80D2-8E97492337C0}"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80025764" name="Slide Image Placeholder 1"/>
          <p:cNvSpPr>
            <a:spLocks noGrp="1" noRot="1" noChangeAspect="1"/>
          </p:cNvSpPr>
          <p:nvPr>
            <p:ph type="sldImg"/>
          </p:nvPr>
        </p:nvSpPr>
        <p:spPr bwMode="auto"/>
      </p:sp>
      <p:sp>
        <p:nvSpPr>
          <p:cNvPr id="973345003" name="Notes Placeholder 2"/>
          <p:cNvSpPr>
            <a:spLocks noGrp="1"/>
          </p:cNvSpPr>
          <p:nvPr>
            <p:ph type="body" idx="1"/>
          </p:nvPr>
        </p:nvSpPr>
        <p:spPr bwMode="auto"/>
        <p:txBody>
          <a:bodyPr/>
          <a:lstStyle/>
          <a:p>
            <a:pPr>
              <a:defRPr/>
            </a:pPr>
            <a:endParaRPr/>
          </a:p>
        </p:txBody>
      </p:sp>
      <p:sp>
        <p:nvSpPr>
          <p:cNvPr id="608088002" name="Slide Number Placeholder 3"/>
          <p:cNvSpPr>
            <a:spLocks noGrp="1"/>
          </p:cNvSpPr>
          <p:nvPr>
            <p:ph type="sldNum" sz="quarter" idx="10"/>
          </p:nvPr>
        </p:nvSpPr>
        <p:spPr bwMode="auto"/>
        <p:txBody>
          <a:bodyPr/>
          <a:lstStyle/>
          <a:p>
            <a:pPr>
              <a:defRPr/>
            </a:pPr>
            <a:fld id="{0F5946BE-9B8F-5C5D-3AD0-C70EC9BB3A25}"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3266339" name="Slide Image Placeholder 1"/>
          <p:cNvSpPr>
            <a:spLocks noGrp="1" noRot="1" noChangeAspect="1"/>
          </p:cNvSpPr>
          <p:nvPr>
            <p:ph type="sldImg"/>
          </p:nvPr>
        </p:nvSpPr>
        <p:spPr bwMode="auto"/>
      </p:sp>
      <p:sp>
        <p:nvSpPr>
          <p:cNvPr id="1403150" name="Notes Placeholder 2"/>
          <p:cNvSpPr>
            <a:spLocks noGrp="1"/>
          </p:cNvSpPr>
          <p:nvPr>
            <p:ph type="body" idx="1"/>
          </p:nvPr>
        </p:nvSpPr>
        <p:spPr bwMode="auto"/>
        <p:txBody>
          <a:bodyPr/>
          <a:lstStyle/>
          <a:p>
            <a:pPr>
              <a:defRPr/>
            </a:pPr>
            <a:endParaRPr/>
          </a:p>
        </p:txBody>
      </p:sp>
      <p:sp>
        <p:nvSpPr>
          <p:cNvPr id="2088425657" name="Slide Number Placeholder 3"/>
          <p:cNvSpPr>
            <a:spLocks noGrp="1"/>
          </p:cNvSpPr>
          <p:nvPr>
            <p:ph type="sldNum" sz="quarter" idx="10"/>
          </p:nvPr>
        </p:nvSpPr>
        <p:spPr bwMode="auto"/>
        <p:txBody>
          <a:bodyPr/>
          <a:lstStyle/>
          <a:p>
            <a:pPr>
              <a:defRPr/>
            </a:pPr>
            <a:fld id="{E390B20A-9BDF-315C-38DB-3B3B2089D377}"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96369323" name="Slide Image Placeholder 1"/>
          <p:cNvSpPr>
            <a:spLocks noGrp="1" noRot="1" noChangeAspect="1"/>
          </p:cNvSpPr>
          <p:nvPr>
            <p:ph type="sldImg"/>
          </p:nvPr>
        </p:nvSpPr>
        <p:spPr bwMode="auto"/>
      </p:sp>
      <p:sp>
        <p:nvSpPr>
          <p:cNvPr id="273370732" name="Notes Placeholder 2"/>
          <p:cNvSpPr>
            <a:spLocks noGrp="1"/>
          </p:cNvSpPr>
          <p:nvPr>
            <p:ph type="body" idx="1"/>
          </p:nvPr>
        </p:nvSpPr>
        <p:spPr bwMode="auto"/>
        <p:txBody>
          <a:bodyPr/>
          <a:lstStyle/>
          <a:p>
            <a:pPr>
              <a:defRPr/>
            </a:pPr>
            <a:endParaRPr/>
          </a:p>
        </p:txBody>
      </p:sp>
      <p:sp>
        <p:nvSpPr>
          <p:cNvPr id="2054839480" name="Slide Number Placeholder 3"/>
          <p:cNvSpPr>
            <a:spLocks noGrp="1"/>
          </p:cNvSpPr>
          <p:nvPr>
            <p:ph type="sldNum" sz="quarter" idx="10"/>
          </p:nvPr>
        </p:nvSpPr>
        <p:spPr bwMode="auto"/>
        <p:txBody>
          <a:bodyPr/>
          <a:lstStyle/>
          <a:p>
            <a:pPr>
              <a:defRPr/>
            </a:pPr>
            <a:fld id="{51FA1716-13DA-302B-9B6E-6401AC206D8A}"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0712989" name="Slide Image Placeholder 1"/>
          <p:cNvSpPr>
            <a:spLocks noGrp="1" noRot="1" noChangeAspect="1"/>
          </p:cNvSpPr>
          <p:nvPr>
            <p:ph type="sldImg"/>
          </p:nvPr>
        </p:nvSpPr>
        <p:spPr bwMode="auto"/>
      </p:sp>
      <p:sp>
        <p:nvSpPr>
          <p:cNvPr id="1411304873" name="Notes Placeholder 2"/>
          <p:cNvSpPr>
            <a:spLocks noGrp="1"/>
          </p:cNvSpPr>
          <p:nvPr>
            <p:ph type="body" idx="1"/>
          </p:nvPr>
        </p:nvSpPr>
        <p:spPr bwMode="auto"/>
        <p:txBody>
          <a:bodyPr/>
          <a:lstStyle/>
          <a:p>
            <a:pPr>
              <a:defRPr/>
            </a:pPr>
            <a:endParaRPr/>
          </a:p>
        </p:txBody>
      </p:sp>
      <p:sp>
        <p:nvSpPr>
          <p:cNvPr id="58511241" name="Slide Number Placeholder 3"/>
          <p:cNvSpPr>
            <a:spLocks noGrp="1"/>
          </p:cNvSpPr>
          <p:nvPr>
            <p:ph type="sldNum" sz="quarter" idx="10"/>
          </p:nvPr>
        </p:nvSpPr>
        <p:spPr bwMode="auto"/>
        <p:txBody>
          <a:bodyPr/>
          <a:lstStyle/>
          <a:p>
            <a:pPr>
              <a:defRPr/>
            </a:pPr>
            <a:fld id="{9F94DBC1-37EB-3CC0-1522-A9D96BC071AB}"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43793968" name="Slide Image Placeholder 1"/>
          <p:cNvSpPr>
            <a:spLocks noGrp="1" noRot="1" noChangeAspect="1"/>
          </p:cNvSpPr>
          <p:nvPr>
            <p:ph type="sldImg"/>
          </p:nvPr>
        </p:nvSpPr>
        <p:spPr bwMode="auto"/>
      </p:sp>
      <p:sp>
        <p:nvSpPr>
          <p:cNvPr id="271933842" name="Notes Placeholder 2"/>
          <p:cNvSpPr>
            <a:spLocks noGrp="1"/>
          </p:cNvSpPr>
          <p:nvPr>
            <p:ph type="body" idx="1"/>
          </p:nvPr>
        </p:nvSpPr>
        <p:spPr bwMode="auto"/>
        <p:txBody>
          <a:bodyPr/>
          <a:lstStyle/>
          <a:p>
            <a:pPr>
              <a:defRPr/>
            </a:pPr>
            <a:endParaRPr/>
          </a:p>
        </p:txBody>
      </p:sp>
      <p:sp>
        <p:nvSpPr>
          <p:cNvPr id="1371617068" name="Slide Number Placeholder 3"/>
          <p:cNvSpPr>
            <a:spLocks noGrp="1"/>
          </p:cNvSpPr>
          <p:nvPr>
            <p:ph type="sldNum" sz="quarter" idx="10"/>
          </p:nvPr>
        </p:nvSpPr>
        <p:spPr bwMode="auto"/>
        <p:txBody>
          <a:bodyPr/>
          <a:lstStyle/>
          <a:p>
            <a:pPr>
              <a:defRPr/>
            </a:pPr>
            <a:fld id="{D11CE5D1-9687-7C66-71C0-C692B68A6C18}"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3942655" name="Slide Image Placeholder 1"/>
          <p:cNvSpPr>
            <a:spLocks noGrp="1" noRot="1" noChangeAspect="1"/>
          </p:cNvSpPr>
          <p:nvPr>
            <p:ph type="sldImg"/>
          </p:nvPr>
        </p:nvSpPr>
        <p:spPr bwMode="auto"/>
      </p:sp>
      <p:sp>
        <p:nvSpPr>
          <p:cNvPr id="1571887588" name="Notes Placeholder 2"/>
          <p:cNvSpPr>
            <a:spLocks noGrp="1"/>
          </p:cNvSpPr>
          <p:nvPr>
            <p:ph type="body" idx="1"/>
          </p:nvPr>
        </p:nvSpPr>
        <p:spPr bwMode="auto"/>
        <p:txBody>
          <a:bodyPr/>
          <a:lstStyle/>
          <a:p>
            <a:pPr>
              <a:defRPr/>
            </a:pPr>
            <a:endParaRPr/>
          </a:p>
        </p:txBody>
      </p:sp>
      <p:sp>
        <p:nvSpPr>
          <p:cNvPr id="1221918307" name="Slide Number Placeholder 3"/>
          <p:cNvSpPr>
            <a:spLocks noGrp="1"/>
          </p:cNvSpPr>
          <p:nvPr>
            <p:ph type="sldNum" sz="quarter" idx="10"/>
          </p:nvPr>
        </p:nvSpPr>
        <p:spPr bwMode="auto"/>
        <p:txBody>
          <a:bodyPr/>
          <a:lstStyle/>
          <a:p>
            <a:pPr>
              <a:defRPr/>
            </a:pPr>
            <a:fld id="{DE3EDC8D-4353-F8F8-66B7-90B4FD6DBDE8}"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1297663" name="Slide Image Placeholder 1"/>
          <p:cNvSpPr>
            <a:spLocks noGrp="1" noRot="1" noChangeAspect="1"/>
          </p:cNvSpPr>
          <p:nvPr>
            <p:ph type="sldImg"/>
          </p:nvPr>
        </p:nvSpPr>
        <p:spPr bwMode="auto"/>
      </p:sp>
      <p:sp>
        <p:nvSpPr>
          <p:cNvPr id="2059390243" name="Notes Placeholder 2"/>
          <p:cNvSpPr>
            <a:spLocks noGrp="1"/>
          </p:cNvSpPr>
          <p:nvPr>
            <p:ph type="body" idx="1"/>
          </p:nvPr>
        </p:nvSpPr>
        <p:spPr bwMode="auto"/>
        <p:txBody>
          <a:bodyPr/>
          <a:lstStyle/>
          <a:p>
            <a:pPr>
              <a:defRPr/>
            </a:pPr>
            <a:endParaRPr/>
          </a:p>
        </p:txBody>
      </p:sp>
      <p:sp>
        <p:nvSpPr>
          <p:cNvPr id="1034149224" name="Slide Number Placeholder 3"/>
          <p:cNvSpPr>
            <a:spLocks noGrp="1"/>
          </p:cNvSpPr>
          <p:nvPr>
            <p:ph type="sldNum" sz="quarter" idx="10"/>
          </p:nvPr>
        </p:nvSpPr>
        <p:spPr bwMode="auto"/>
        <p:txBody>
          <a:bodyPr/>
          <a:lstStyle/>
          <a:p>
            <a:pPr>
              <a:defRPr/>
            </a:pPr>
            <a:fld id="{6E62DCE2-0B37-FD06-2DE0-087715610DEE}"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633298" name="Slide Image Placeholder 1"/>
          <p:cNvSpPr>
            <a:spLocks noGrp="1" noRot="1" noChangeAspect="1"/>
          </p:cNvSpPr>
          <p:nvPr>
            <p:ph type="sldImg"/>
          </p:nvPr>
        </p:nvSpPr>
        <p:spPr bwMode="auto"/>
      </p:sp>
      <p:sp>
        <p:nvSpPr>
          <p:cNvPr id="1415947206" name="Notes Placeholder 2"/>
          <p:cNvSpPr>
            <a:spLocks noGrp="1"/>
          </p:cNvSpPr>
          <p:nvPr>
            <p:ph type="body" idx="1"/>
          </p:nvPr>
        </p:nvSpPr>
        <p:spPr bwMode="auto"/>
        <p:txBody>
          <a:bodyPr/>
          <a:lstStyle/>
          <a:p>
            <a:pPr>
              <a:defRPr/>
            </a:pPr>
            <a:endParaRPr/>
          </a:p>
        </p:txBody>
      </p:sp>
      <p:sp>
        <p:nvSpPr>
          <p:cNvPr id="370898513" name="Slide Number Placeholder 3"/>
          <p:cNvSpPr>
            <a:spLocks noGrp="1"/>
          </p:cNvSpPr>
          <p:nvPr>
            <p:ph type="sldNum" sz="quarter" idx="10"/>
          </p:nvPr>
        </p:nvSpPr>
        <p:spPr bwMode="auto"/>
        <p:txBody>
          <a:bodyPr/>
          <a:lstStyle/>
          <a:p>
            <a:pPr>
              <a:defRPr/>
            </a:pPr>
            <a:fld id="{111C6913-EFD6-AFFA-323B-7726CCD25A78}"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34140123" name="Slide Image Placeholder 1"/>
          <p:cNvSpPr>
            <a:spLocks noGrp="1" noRot="1" noChangeAspect="1"/>
          </p:cNvSpPr>
          <p:nvPr>
            <p:ph type="sldImg"/>
          </p:nvPr>
        </p:nvSpPr>
        <p:spPr bwMode="auto"/>
      </p:sp>
      <p:sp>
        <p:nvSpPr>
          <p:cNvPr id="783133615" name="Notes Placeholder 2"/>
          <p:cNvSpPr>
            <a:spLocks noGrp="1"/>
          </p:cNvSpPr>
          <p:nvPr>
            <p:ph type="body" idx="1"/>
          </p:nvPr>
        </p:nvSpPr>
        <p:spPr bwMode="auto"/>
        <p:txBody>
          <a:bodyPr/>
          <a:lstStyle/>
          <a:p>
            <a:pPr>
              <a:defRPr/>
            </a:pPr>
            <a:endParaRPr/>
          </a:p>
        </p:txBody>
      </p:sp>
      <p:sp>
        <p:nvSpPr>
          <p:cNvPr id="1594793803" name="Slide Number Placeholder 3"/>
          <p:cNvSpPr>
            <a:spLocks noGrp="1"/>
          </p:cNvSpPr>
          <p:nvPr>
            <p:ph type="sldNum" sz="quarter" idx="10"/>
          </p:nvPr>
        </p:nvSpPr>
        <p:spPr bwMode="auto"/>
        <p:txBody>
          <a:bodyPr/>
          <a:lstStyle/>
          <a:p>
            <a:pPr>
              <a:defRPr/>
            </a:pPr>
            <a:fld id="{8A8ECA48-FF60-4954-53C7-680D044D0667}"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4050344" name="Slide Image Placeholder 1"/>
          <p:cNvSpPr>
            <a:spLocks noGrp="1" noRot="1" noChangeAspect="1"/>
          </p:cNvSpPr>
          <p:nvPr>
            <p:ph type="sldImg"/>
          </p:nvPr>
        </p:nvSpPr>
        <p:spPr bwMode="auto"/>
      </p:sp>
      <p:sp>
        <p:nvSpPr>
          <p:cNvPr id="1536340486" name="Notes Placeholder 2"/>
          <p:cNvSpPr>
            <a:spLocks noGrp="1"/>
          </p:cNvSpPr>
          <p:nvPr>
            <p:ph type="body" idx="1"/>
          </p:nvPr>
        </p:nvSpPr>
        <p:spPr bwMode="auto"/>
        <p:txBody>
          <a:bodyPr/>
          <a:lstStyle/>
          <a:p>
            <a:pPr>
              <a:defRPr/>
            </a:pPr>
            <a:endParaRPr/>
          </a:p>
        </p:txBody>
      </p:sp>
      <p:sp>
        <p:nvSpPr>
          <p:cNvPr id="1253983362" name="Slide Number Placeholder 3"/>
          <p:cNvSpPr>
            <a:spLocks noGrp="1"/>
          </p:cNvSpPr>
          <p:nvPr>
            <p:ph type="sldNum" sz="quarter" idx="10"/>
          </p:nvPr>
        </p:nvSpPr>
        <p:spPr bwMode="auto"/>
        <p:txBody>
          <a:bodyPr/>
          <a:lstStyle/>
          <a:p>
            <a:pPr>
              <a:defRPr/>
            </a:pPr>
            <a:fld id="{DBB7A431-409D-7202-517B-3B3631924B88}"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691429" name="Slide Image Placeholder 1"/>
          <p:cNvSpPr>
            <a:spLocks noGrp="1" noRot="1" noChangeAspect="1"/>
          </p:cNvSpPr>
          <p:nvPr>
            <p:ph type="sldImg"/>
          </p:nvPr>
        </p:nvSpPr>
        <p:spPr bwMode="auto"/>
      </p:sp>
      <p:sp>
        <p:nvSpPr>
          <p:cNvPr id="1140635923" name="Notes Placeholder 2"/>
          <p:cNvSpPr>
            <a:spLocks noGrp="1"/>
          </p:cNvSpPr>
          <p:nvPr>
            <p:ph type="body" idx="1"/>
          </p:nvPr>
        </p:nvSpPr>
        <p:spPr bwMode="auto"/>
        <p:txBody>
          <a:bodyPr/>
          <a:lstStyle/>
          <a:p>
            <a:pPr>
              <a:defRPr/>
            </a:pPr>
            <a:endParaRPr/>
          </a:p>
        </p:txBody>
      </p:sp>
      <p:sp>
        <p:nvSpPr>
          <p:cNvPr id="279336339" name="Slide Number Placeholder 3"/>
          <p:cNvSpPr>
            <a:spLocks noGrp="1"/>
          </p:cNvSpPr>
          <p:nvPr>
            <p:ph type="sldNum" sz="quarter" idx="10"/>
          </p:nvPr>
        </p:nvSpPr>
        <p:spPr bwMode="auto"/>
        <p:txBody>
          <a:bodyPr/>
          <a:lstStyle/>
          <a:p>
            <a:pPr>
              <a:defRPr/>
            </a:pPr>
            <a:fld id="{0959F625-1A9C-B53A-B38E-7690058F8624}"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66024731" name="Slide Image Placeholder 1"/>
          <p:cNvSpPr>
            <a:spLocks noGrp="1" noRot="1" noChangeAspect="1"/>
          </p:cNvSpPr>
          <p:nvPr>
            <p:ph type="sldImg"/>
          </p:nvPr>
        </p:nvSpPr>
        <p:spPr bwMode="auto"/>
      </p:sp>
      <p:sp>
        <p:nvSpPr>
          <p:cNvPr id="2068596460" name="Notes Placeholder 2"/>
          <p:cNvSpPr>
            <a:spLocks noGrp="1"/>
          </p:cNvSpPr>
          <p:nvPr>
            <p:ph type="body" idx="1"/>
          </p:nvPr>
        </p:nvSpPr>
        <p:spPr bwMode="auto"/>
        <p:txBody>
          <a:bodyPr/>
          <a:lstStyle/>
          <a:p>
            <a:pPr>
              <a:defRPr/>
            </a:pPr>
            <a:endParaRPr/>
          </a:p>
        </p:txBody>
      </p:sp>
      <p:sp>
        <p:nvSpPr>
          <p:cNvPr id="1075460624" name="Slide Number Placeholder 3"/>
          <p:cNvSpPr>
            <a:spLocks noGrp="1"/>
          </p:cNvSpPr>
          <p:nvPr>
            <p:ph type="sldNum" sz="quarter" idx="10"/>
          </p:nvPr>
        </p:nvSpPr>
        <p:spPr bwMode="auto"/>
        <p:txBody>
          <a:bodyPr/>
          <a:lstStyle/>
          <a:p>
            <a:pPr>
              <a:defRPr/>
            </a:pPr>
            <a:fld id="{A6CC895A-FA27-B65F-7818-DFAC146F8EC7}"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2459887" name="Slide Image Placeholder 1"/>
          <p:cNvSpPr>
            <a:spLocks noGrp="1" noRot="1" noChangeAspect="1"/>
          </p:cNvSpPr>
          <p:nvPr>
            <p:ph type="sldImg"/>
          </p:nvPr>
        </p:nvSpPr>
        <p:spPr bwMode="auto"/>
      </p:sp>
      <p:sp>
        <p:nvSpPr>
          <p:cNvPr id="734811959" name="Notes Placeholder 2"/>
          <p:cNvSpPr>
            <a:spLocks noGrp="1"/>
          </p:cNvSpPr>
          <p:nvPr>
            <p:ph type="body" idx="1"/>
          </p:nvPr>
        </p:nvSpPr>
        <p:spPr bwMode="auto"/>
        <p:txBody>
          <a:bodyPr/>
          <a:lstStyle/>
          <a:p>
            <a:pPr>
              <a:defRPr/>
            </a:pPr>
            <a:endParaRPr/>
          </a:p>
        </p:txBody>
      </p:sp>
      <p:sp>
        <p:nvSpPr>
          <p:cNvPr id="276033771" name="Slide Number Placeholder 3"/>
          <p:cNvSpPr>
            <a:spLocks noGrp="1"/>
          </p:cNvSpPr>
          <p:nvPr>
            <p:ph type="sldNum" sz="quarter" idx="10"/>
          </p:nvPr>
        </p:nvSpPr>
        <p:spPr bwMode="auto"/>
        <p:txBody>
          <a:bodyPr/>
          <a:lstStyle/>
          <a:p>
            <a:pPr>
              <a:defRPr/>
            </a:pPr>
            <a:fld id="{E781F126-F1E5-6ACE-CA8F-E8D1D50371AC}" type="slidenum">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219471" name="Slide Image Placeholder 1"/>
          <p:cNvSpPr>
            <a:spLocks noGrp="1" noRot="1" noChangeAspect="1"/>
          </p:cNvSpPr>
          <p:nvPr>
            <p:ph type="sldImg"/>
          </p:nvPr>
        </p:nvSpPr>
        <p:spPr bwMode="auto"/>
      </p:sp>
      <p:sp>
        <p:nvSpPr>
          <p:cNvPr id="2115784052" name="Notes Placeholder 2"/>
          <p:cNvSpPr>
            <a:spLocks noGrp="1"/>
          </p:cNvSpPr>
          <p:nvPr>
            <p:ph type="body" idx="1"/>
          </p:nvPr>
        </p:nvSpPr>
        <p:spPr bwMode="auto"/>
        <p:txBody>
          <a:bodyPr/>
          <a:lstStyle/>
          <a:p>
            <a:pPr>
              <a:defRPr/>
            </a:pPr>
            <a:endParaRPr/>
          </a:p>
        </p:txBody>
      </p:sp>
      <p:sp>
        <p:nvSpPr>
          <p:cNvPr id="1483229302" name="Slide Number Placeholder 3"/>
          <p:cNvSpPr>
            <a:spLocks noGrp="1"/>
          </p:cNvSpPr>
          <p:nvPr>
            <p:ph type="sldNum" sz="quarter" idx="10"/>
          </p:nvPr>
        </p:nvSpPr>
        <p:spPr bwMode="auto"/>
        <p:txBody>
          <a:bodyPr/>
          <a:lstStyle/>
          <a:p>
            <a:pPr>
              <a:defRPr/>
            </a:pPr>
            <a:fld id="{D8B02572-30B1-0F6C-BF0D-8AFB62915D86}" type="slidenum">
              <a:rP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68634070" name="Slide Image Placeholder 1"/>
          <p:cNvSpPr>
            <a:spLocks noGrp="1" noRot="1" noChangeAspect="1"/>
          </p:cNvSpPr>
          <p:nvPr>
            <p:ph type="sldImg"/>
          </p:nvPr>
        </p:nvSpPr>
        <p:spPr bwMode="auto"/>
      </p:sp>
      <p:sp>
        <p:nvSpPr>
          <p:cNvPr id="757906733" name="Notes Placeholder 2"/>
          <p:cNvSpPr>
            <a:spLocks noGrp="1"/>
          </p:cNvSpPr>
          <p:nvPr>
            <p:ph type="body" idx="1"/>
          </p:nvPr>
        </p:nvSpPr>
        <p:spPr bwMode="auto"/>
        <p:txBody>
          <a:bodyPr/>
          <a:lstStyle/>
          <a:p>
            <a:pPr>
              <a:defRPr/>
            </a:pPr>
            <a:endParaRPr/>
          </a:p>
        </p:txBody>
      </p:sp>
      <p:sp>
        <p:nvSpPr>
          <p:cNvPr id="64206652" name="Slide Number Placeholder 3"/>
          <p:cNvSpPr>
            <a:spLocks noGrp="1"/>
          </p:cNvSpPr>
          <p:nvPr>
            <p:ph type="sldNum" sz="quarter" idx="10"/>
          </p:nvPr>
        </p:nvSpPr>
        <p:spPr bwMode="auto"/>
        <p:txBody>
          <a:bodyPr/>
          <a:lstStyle/>
          <a:p>
            <a:pPr>
              <a:defRPr/>
            </a:pPr>
            <a:fld id="{2FFF1C6C-1898-420B-8B96-6CBD01C84EAE}" type="slidenum">
              <a:r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35285849" name="Slide Image Placeholder 1"/>
          <p:cNvSpPr>
            <a:spLocks noGrp="1" noRot="1" noChangeAspect="1"/>
          </p:cNvSpPr>
          <p:nvPr>
            <p:ph type="sldImg"/>
          </p:nvPr>
        </p:nvSpPr>
        <p:spPr bwMode="auto"/>
      </p:sp>
      <p:sp>
        <p:nvSpPr>
          <p:cNvPr id="1383114355" name="Notes Placeholder 2"/>
          <p:cNvSpPr>
            <a:spLocks noGrp="1"/>
          </p:cNvSpPr>
          <p:nvPr>
            <p:ph type="body" idx="1"/>
          </p:nvPr>
        </p:nvSpPr>
        <p:spPr bwMode="auto"/>
        <p:txBody>
          <a:bodyPr/>
          <a:lstStyle/>
          <a:p>
            <a:pPr>
              <a:defRPr/>
            </a:pPr>
            <a:endParaRPr/>
          </a:p>
        </p:txBody>
      </p:sp>
      <p:sp>
        <p:nvSpPr>
          <p:cNvPr id="1753755041" name="Slide Number Placeholder 3"/>
          <p:cNvSpPr>
            <a:spLocks noGrp="1"/>
          </p:cNvSpPr>
          <p:nvPr>
            <p:ph type="sldNum" sz="quarter" idx="10"/>
          </p:nvPr>
        </p:nvSpPr>
        <p:spPr bwMode="auto"/>
        <p:txBody>
          <a:bodyPr/>
          <a:lstStyle/>
          <a:p>
            <a:pPr>
              <a:defRPr/>
            </a:pPr>
            <a:fld id="{0B28CB29-65B1-12E1-B867-3183AF0F6F9F}" type="slidenum">
              <a:rP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6086499" name="Slide Image Placeholder 1"/>
          <p:cNvSpPr>
            <a:spLocks noGrp="1" noRot="1" noChangeAspect="1"/>
          </p:cNvSpPr>
          <p:nvPr>
            <p:ph type="sldImg"/>
          </p:nvPr>
        </p:nvSpPr>
        <p:spPr bwMode="auto"/>
      </p:sp>
      <p:sp>
        <p:nvSpPr>
          <p:cNvPr id="402218036" name="Notes Placeholder 2"/>
          <p:cNvSpPr>
            <a:spLocks noGrp="1"/>
          </p:cNvSpPr>
          <p:nvPr>
            <p:ph type="body" idx="1"/>
          </p:nvPr>
        </p:nvSpPr>
        <p:spPr bwMode="auto"/>
        <p:txBody>
          <a:bodyPr/>
          <a:lstStyle/>
          <a:p>
            <a:pPr>
              <a:defRPr/>
            </a:pPr>
            <a:endParaRPr/>
          </a:p>
        </p:txBody>
      </p:sp>
      <p:sp>
        <p:nvSpPr>
          <p:cNvPr id="878767864" name="Slide Number Placeholder 3"/>
          <p:cNvSpPr>
            <a:spLocks noGrp="1"/>
          </p:cNvSpPr>
          <p:nvPr>
            <p:ph type="sldNum" sz="quarter" idx="10"/>
          </p:nvPr>
        </p:nvSpPr>
        <p:spPr bwMode="auto"/>
        <p:txBody>
          <a:bodyPr/>
          <a:lstStyle/>
          <a:p>
            <a:pPr>
              <a:defRPr/>
            </a:pPr>
            <a:fld id="{1C241C1A-30F7-70F3-DAC5-928F3E8EBB5B}" type="slidenum">
              <a:rP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83917736" name="Slide Image Placeholder 1"/>
          <p:cNvSpPr>
            <a:spLocks noGrp="1" noRot="1" noChangeAspect="1"/>
          </p:cNvSpPr>
          <p:nvPr>
            <p:ph type="sldImg"/>
          </p:nvPr>
        </p:nvSpPr>
        <p:spPr bwMode="auto"/>
      </p:sp>
      <p:sp>
        <p:nvSpPr>
          <p:cNvPr id="997039969" name="Notes Placeholder 2"/>
          <p:cNvSpPr>
            <a:spLocks noGrp="1"/>
          </p:cNvSpPr>
          <p:nvPr>
            <p:ph type="body" idx="1"/>
          </p:nvPr>
        </p:nvSpPr>
        <p:spPr bwMode="auto"/>
        <p:txBody>
          <a:bodyPr/>
          <a:lstStyle/>
          <a:p>
            <a:pPr>
              <a:defRPr/>
            </a:pPr>
            <a:endParaRPr/>
          </a:p>
        </p:txBody>
      </p:sp>
      <p:sp>
        <p:nvSpPr>
          <p:cNvPr id="728022330" name="Slide Number Placeholder 3"/>
          <p:cNvSpPr>
            <a:spLocks noGrp="1"/>
          </p:cNvSpPr>
          <p:nvPr>
            <p:ph type="sldNum" sz="quarter" idx="10"/>
          </p:nvPr>
        </p:nvSpPr>
        <p:spPr bwMode="auto"/>
        <p:txBody>
          <a:bodyPr/>
          <a:lstStyle/>
          <a:p>
            <a:pPr>
              <a:defRPr/>
            </a:pPr>
            <a:fld id="{E41CAE11-EC08-F931-8D26-9870476C5321}" type="slidenum">
              <a:rP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44109402" name="Slide Image Placeholder 1"/>
          <p:cNvSpPr>
            <a:spLocks noGrp="1" noRot="1" noChangeAspect="1"/>
          </p:cNvSpPr>
          <p:nvPr>
            <p:ph type="sldImg"/>
          </p:nvPr>
        </p:nvSpPr>
        <p:spPr bwMode="auto"/>
      </p:sp>
      <p:sp>
        <p:nvSpPr>
          <p:cNvPr id="1601313529" name="Notes Placeholder 2"/>
          <p:cNvSpPr>
            <a:spLocks noGrp="1"/>
          </p:cNvSpPr>
          <p:nvPr>
            <p:ph type="body" idx="1"/>
          </p:nvPr>
        </p:nvSpPr>
        <p:spPr bwMode="auto"/>
        <p:txBody>
          <a:bodyPr/>
          <a:lstStyle/>
          <a:p>
            <a:pPr>
              <a:defRPr/>
            </a:pPr>
            <a:endParaRPr/>
          </a:p>
        </p:txBody>
      </p:sp>
      <p:sp>
        <p:nvSpPr>
          <p:cNvPr id="1730486617" name="Slide Number Placeholder 3"/>
          <p:cNvSpPr>
            <a:spLocks noGrp="1"/>
          </p:cNvSpPr>
          <p:nvPr>
            <p:ph type="sldNum" sz="quarter" idx="10"/>
          </p:nvPr>
        </p:nvSpPr>
        <p:spPr bwMode="auto"/>
        <p:txBody>
          <a:bodyPr/>
          <a:lstStyle/>
          <a:p>
            <a:pPr>
              <a:defRPr/>
            </a:pPr>
            <a:fld id="{96D59B4A-BEBF-604F-1844-51165E0FA5DC}" type="slidenum">
              <a:r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2743474" name="Slide Image Placeholder 1"/>
          <p:cNvSpPr>
            <a:spLocks noGrp="1" noRot="1" noChangeAspect="1"/>
          </p:cNvSpPr>
          <p:nvPr>
            <p:ph type="sldImg"/>
          </p:nvPr>
        </p:nvSpPr>
        <p:spPr bwMode="auto"/>
      </p:sp>
      <p:sp>
        <p:nvSpPr>
          <p:cNvPr id="1130191655" name="Notes Placeholder 2"/>
          <p:cNvSpPr>
            <a:spLocks noGrp="1"/>
          </p:cNvSpPr>
          <p:nvPr>
            <p:ph type="body" idx="1"/>
          </p:nvPr>
        </p:nvSpPr>
        <p:spPr bwMode="auto"/>
        <p:txBody>
          <a:bodyPr/>
          <a:lstStyle/>
          <a:p>
            <a:pPr>
              <a:defRPr/>
            </a:pPr>
            <a:endParaRPr/>
          </a:p>
        </p:txBody>
      </p:sp>
      <p:sp>
        <p:nvSpPr>
          <p:cNvPr id="674359334" name="Slide Number Placeholder 3"/>
          <p:cNvSpPr>
            <a:spLocks noGrp="1"/>
          </p:cNvSpPr>
          <p:nvPr>
            <p:ph type="sldNum" sz="quarter" idx="10"/>
          </p:nvPr>
        </p:nvSpPr>
        <p:spPr bwMode="auto"/>
        <p:txBody>
          <a:bodyPr/>
          <a:lstStyle/>
          <a:p>
            <a:pPr>
              <a:defRPr/>
            </a:pPr>
            <a:fld id="{61BEB507-6069-4376-57A9-ADDA2431FFA9}" type="slidenum">
              <a:rP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8498587" name="Slide Image Placeholder 1"/>
          <p:cNvSpPr>
            <a:spLocks noGrp="1" noRot="1" noChangeAspect="1"/>
          </p:cNvSpPr>
          <p:nvPr>
            <p:ph type="sldImg"/>
          </p:nvPr>
        </p:nvSpPr>
        <p:spPr bwMode="auto"/>
      </p:sp>
      <p:sp>
        <p:nvSpPr>
          <p:cNvPr id="2107206780" name="Notes Placeholder 2"/>
          <p:cNvSpPr>
            <a:spLocks noGrp="1"/>
          </p:cNvSpPr>
          <p:nvPr>
            <p:ph type="body" idx="1"/>
          </p:nvPr>
        </p:nvSpPr>
        <p:spPr bwMode="auto"/>
        <p:txBody>
          <a:bodyPr/>
          <a:lstStyle/>
          <a:p>
            <a:pPr>
              <a:defRPr/>
            </a:pPr>
            <a:endParaRPr/>
          </a:p>
        </p:txBody>
      </p:sp>
      <p:sp>
        <p:nvSpPr>
          <p:cNvPr id="1750405174" name="Slide Number Placeholder 3"/>
          <p:cNvSpPr>
            <a:spLocks noGrp="1"/>
          </p:cNvSpPr>
          <p:nvPr>
            <p:ph type="sldNum" sz="quarter" idx="10"/>
          </p:nvPr>
        </p:nvSpPr>
        <p:spPr bwMode="auto"/>
        <p:txBody>
          <a:bodyPr/>
          <a:lstStyle/>
          <a:p>
            <a:pPr>
              <a:defRPr/>
            </a:pPr>
            <a:fld id="{BC356405-2289-1FDC-FD82-71CEBDA86D28}" type="slidenum">
              <a:rP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39957918" name="Slide Image Placeholder 1"/>
          <p:cNvSpPr>
            <a:spLocks noGrp="1" noRot="1" noChangeAspect="1"/>
          </p:cNvSpPr>
          <p:nvPr>
            <p:ph type="sldImg"/>
          </p:nvPr>
        </p:nvSpPr>
        <p:spPr bwMode="auto"/>
      </p:sp>
      <p:sp>
        <p:nvSpPr>
          <p:cNvPr id="1141580867" name="Notes Placeholder 2"/>
          <p:cNvSpPr>
            <a:spLocks noGrp="1"/>
          </p:cNvSpPr>
          <p:nvPr>
            <p:ph type="body" idx="1"/>
          </p:nvPr>
        </p:nvSpPr>
        <p:spPr bwMode="auto"/>
        <p:txBody>
          <a:bodyPr/>
          <a:lstStyle/>
          <a:p>
            <a:pPr>
              <a:defRPr/>
            </a:pPr>
            <a:endParaRPr/>
          </a:p>
        </p:txBody>
      </p:sp>
      <p:sp>
        <p:nvSpPr>
          <p:cNvPr id="1309763346" name="Slide Number Placeholder 3"/>
          <p:cNvSpPr>
            <a:spLocks noGrp="1"/>
          </p:cNvSpPr>
          <p:nvPr>
            <p:ph type="sldNum" sz="quarter" idx="10"/>
          </p:nvPr>
        </p:nvSpPr>
        <p:spPr bwMode="auto"/>
        <p:txBody>
          <a:bodyPr/>
          <a:lstStyle/>
          <a:p>
            <a:pPr>
              <a:defRPr/>
            </a:pPr>
            <a:fld id="{7B0139FD-A551-FC82-A318-39B957B8E687}" type="slidenum">
              <a:rP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9018619" name="Slide Image Placeholder 1"/>
          <p:cNvSpPr>
            <a:spLocks noGrp="1" noRot="1" noChangeAspect="1"/>
          </p:cNvSpPr>
          <p:nvPr>
            <p:ph type="sldImg"/>
          </p:nvPr>
        </p:nvSpPr>
        <p:spPr bwMode="auto"/>
      </p:sp>
      <p:sp>
        <p:nvSpPr>
          <p:cNvPr id="896617101" name="Notes Placeholder 2"/>
          <p:cNvSpPr>
            <a:spLocks noGrp="1"/>
          </p:cNvSpPr>
          <p:nvPr>
            <p:ph type="body" idx="1"/>
          </p:nvPr>
        </p:nvSpPr>
        <p:spPr bwMode="auto"/>
        <p:txBody>
          <a:bodyPr/>
          <a:lstStyle/>
          <a:p>
            <a:pPr>
              <a:defRPr/>
            </a:pPr>
            <a:endParaRPr/>
          </a:p>
        </p:txBody>
      </p:sp>
      <p:sp>
        <p:nvSpPr>
          <p:cNvPr id="1900458387" name="Slide Number Placeholder 3"/>
          <p:cNvSpPr>
            <a:spLocks noGrp="1"/>
          </p:cNvSpPr>
          <p:nvPr>
            <p:ph type="sldNum" sz="quarter" idx="10"/>
          </p:nvPr>
        </p:nvSpPr>
        <p:spPr bwMode="auto"/>
        <p:txBody>
          <a:bodyPr/>
          <a:lstStyle/>
          <a:p>
            <a:pPr>
              <a:defRPr/>
            </a:pPr>
            <a:fld id="{7DF3DFB3-56BF-7340-39DD-C58E85709CD0}" type="slidenum">
              <a:rP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6612313" name="Slide Image Placeholder 1"/>
          <p:cNvSpPr>
            <a:spLocks noGrp="1" noRot="1" noChangeAspect="1"/>
          </p:cNvSpPr>
          <p:nvPr>
            <p:ph type="sldImg"/>
          </p:nvPr>
        </p:nvSpPr>
        <p:spPr bwMode="auto"/>
      </p:sp>
      <p:sp>
        <p:nvSpPr>
          <p:cNvPr id="724814236" name="Notes Placeholder 2"/>
          <p:cNvSpPr>
            <a:spLocks noGrp="1"/>
          </p:cNvSpPr>
          <p:nvPr>
            <p:ph type="body" idx="1"/>
          </p:nvPr>
        </p:nvSpPr>
        <p:spPr bwMode="auto"/>
        <p:txBody>
          <a:bodyPr/>
          <a:lstStyle/>
          <a:p>
            <a:pPr>
              <a:defRPr/>
            </a:pPr>
            <a:endParaRPr/>
          </a:p>
        </p:txBody>
      </p:sp>
      <p:sp>
        <p:nvSpPr>
          <p:cNvPr id="963280492" name="Slide Number Placeholder 3"/>
          <p:cNvSpPr>
            <a:spLocks noGrp="1"/>
          </p:cNvSpPr>
          <p:nvPr>
            <p:ph type="sldNum" sz="quarter" idx="10"/>
          </p:nvPr>
        </p:nvSpPr>
        <p:spPr bwMode="auto"/>
        <p:txBody>
          <a:bodyPr/>
          <a:lstStyle/>
          <a:p>
            <a:pPr>
              <a:defRPr/>
            </a:pPr>
            <a:fld id="{43AFEAD8-2BF5-4B3E-DA8E-ACC4EBE3FF3F}" type="slidenum">
              <a:rP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77059220" name="Slide Image Placeholder 1"/>
          <p:cNvSpPr>
            <a:spLocks noGrp="1" noRot="1" noChangeAspect="1"/>
          </p:cNvSpPr>
          <p:nvPr>
            <p:ph type="sldImg"/>
          </p:nvPr>
        </p:nvSpPr>
        <p:spPr bwMode="auto"/>
      </p:sp>
      <p:sp>
        <p:nvSpPr>
          <p:cNvPr id="1551231349" name="Notes Placeholder 2"/>
          <p:cNvSpPr>
            <a:spLocks noGrp="1"/>
          </p:cNvSpPr>
          <p:nvPr>
            <p:ph type="body" idx="1"/>
          </p:nvPr>
        </p:nvSpPr>
        <p:spPr bwMode="auto"/>
        <p:txBody>
          <a:bodyPr/>
          <a:lstStyle/>
          <a:p>
            <a:pPr>
              <a:defRPr/>
            </a:pPr>
            <a:endParaRPr/>
          </a:p>
        </p:txBody>
      </p:sp>
      <p:sp>
        <p:nvSpPr>
          <p:cNvPr id="665082257" name="Slide Number Placeholder 3"/>
          <p:cNvSpPr>
            <a:spLocks noGrp="1"/>
          </p:cNvSpPr>
          <p:nvPr>
            <p:ph type="sldNum" sz="quarter" idx="10"/>
          </p:nvPr>
        </p:nvSpPr>
        <p:spPr bwMode="auto"/>
        <p:txBody>
          <a:bodyPr/>
          <a:lstStyle/>
          <a:p>
            <a:pPr>
              <a:defRPr/>
            </a:pPr>
            <a:fld id="{D1C8057E-EB03-CBD9-9249-EE91EA5B4B56}" type="slidenum">
              <a:rP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97718765" name="Slide Image Placeholder 1"/>
          <p:cNvSpPr>
            <a:spLocks noGrp="1" noRot="1" noChangeAspect="1"/>
          </p:cNvSpPr>
          <p:nvPr>
            <p:ph type="sldImg"/>
          </p:nvPr>
        </p:nvSpPr>
        <p:spPr bwMode="auto"/>
      </p:sp>
      <p:sp>
        <p:nvSpPr>
          <p:cNvPr id="1417753253" name="Notes Placeholder 2"/>
          <p:cNvSpPr>
            <a:spLocks noGrp="1"/>
          </p:cNvSpPr>
          <p:nvPr>
            <p:ph type="body" idx="1"/>
          </p:nvPr>
        </p:nvSpPr>
        <p:spPr bwMode="auto"/>
        <p:txBody>
          <a:bodyPr/>
          <a:lstStyle/>
          <a:p>
            <a:pPr>
              <a:defRPr/>
            </a:pPr>
            <a:endParaRPr/>
          </a:p>
        </p:txBody>
      </p:sp>
      <p:sp>
        <p:nvSpPr>
          <p:cNvPr id="1502336511" name="Slide Number Placeholder 3"/>
          <p:cNvSpPr>
            <a:spLocks noGrp="1"/>
          </p:cNvSpPr>
          <p:nvPr>
            <p:ph type="sldNum" sz="quarter" idx="10"/>
          </p:nvPr>
        </p:nvSpPr>
        <p:spPr bwMode="auto"/>
        <p:txBody>
          <a:bodyPr/>
          <a:lstStyle/>
          <a:p>
            <a:pPr>
              <a:defRPr/>
            </a:pPr>
            <a:fld id="{50E9E818-A80D-D475-1825-F0779A3910D0}" type="slidenum">
              <a:rP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8998230" name="Slide Image Placeholder 1"/>
          <p:cNvSpPr>
            <a:spLocks noGrp="1" noRot="1" noChangeAspect="1"/>
          </p:cNvSpPr>
          <p:nvPr>
            <p:ph type="sldImg"/>
          </p:nvPr>
        </p:nvSpPr>
        <p:spPr bwMode="auto"/>
      </p:sp>
      <p:sp>
        <p:nvSpPr>
          <p:cNvPr id="38204122" name="Notes Placeholder 2"/>
          <p:cNvSpPr>
            <a:spLocks noGrp="1"/>
          </p:cNvSpPr>
          <p:nvPr>
            <p:ph type="body" idx="1"/>
          </p:nvPr>
        </p:nvSpPr>
        <p:spPr bwMode="auto"/>
        <p:txBody>
          <a:bodyPr/>
          <a:lstStyle/>
          <a:p>
            <a:pPr>
              <a:defRPr/>
            </a:pPr>
            <a:endParaRPr/>
          </a:p>
        </p:txBody>
      </p:sp>
      <p:sp>
        <p:nvSpPr>
          <p:cNvPr id="1142050516" name="Slide Number Placeholder 3"/>
          <p:cNvSpPr>
            <a:spLocks noGrp="1"/>
          </p:cNvSpPr>
          <p:nvPr>
            <p:ph type="sldNum" sz="quarter" idx="10"/>
          </p:nvPr>
        </p:nvSpPr>
        <p:spPr bwMode="auto"/>
        <p:txBody>
          <a:bodyPr/>
          <a:lstStyle/>
          <a:p>
            <a:pPr>
              <a:defRPr/>
            </a:pPr>
            <a:fld id="{AD50B28E-6F34-09CF-23FF-E6E740E82FA4}" type="slidenum">
              <a:rP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57904801" name="Slide Image Placeholder 1"/>
          <p:cNvSpPr>
            <a:spLocks noGrp="1" noRot="1" noChangeAspect="1"/>
          </p:cNvSpPr>
          <p:nvPr>
            <p:ph type="sldImg"/>
          </p:nvPr>
        </p:nvSpPr>
        <p:spPr bwMode="auto"/>
      </p:sp>
      <p:sp>
        <p:nvSpPr>
          <p:cNvPr id="1130147758" name="Notes Placeholder 2"/>
          <p:cNvSpPr>
            <a:spLocks noGrp="1"/>
          </p:cNvSpPr>
          <p:nvPr>
            <p:ph type="body" idx="1"/>
          </p:nvPr>
        </p:nvSpPr>
        <p:spPr bwMode="auto"/>
        <p:txBody>
          <a:bodyPr/>
          <a:lstStyle/>
          <a:p>
            <a:pPr>
              <a:defRPr/>
            </a:pPr>
            <a:endParaRPr/>
          </a:p>
        </p:txBody>
      </p:sp>
      <p:sp>
        <p:nvSpPr>
          <p:cNvPr id="987446012" name="Slide Number Placeholder 3"/>
          <p:cNvSpPr>
            <a:spLocks noGrp="1"/>
          </p:cNvSpPr>
          <p:nvPr>
            <p:ph type="sldNum" sz="quarter" idx="10"/>
          </p:nvPr>
        </p:nvSpPr>
        <p:spPr bwMode="auto"/>
        <p:txBody>
          <a:bodyPr/>
          <a:lstStyle/>
          <a:p>
            <a:pPr>
              <a:defRPr/>
            </a:pPr>
            <a:fld id="{B0CE48C6-E35E-B1F9-9655-C2046F7D7C1B}" type="slidenum">
              <a:rPr/>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75937188" name="Slide Image Placeholder 1"/>
          <p:cNvSpPr>
            <a:spLocks noGrp="1" noRot="1" noChangeAspect="1"/>
          </p:cNvSpPr>
          <p:nvPr>
            <p:ph type="sldImg"/>
          </p:nvPr>
        </p:nvSpPr>
        <p:spPr bwMode="auto"/>
      </p:sp>
      <p:sp>
        <p:nvSpPr>
          <p:cNvPr id="309183364" name="Notes Placeholder 2"/>
          <p:cNvSpPr>
            <a:spLocks noGrp="1"/>
          </p:cNvSpPr>
          <p:nvPr>
            <p:ph type="body" idx="1"/>
          </p:nvPr>
        </p:nvSpPr>
        <p:spPr bwMode="auto"/>
        <p:txBody>
          <a:bodyPr/>
          <a:lstStyle/>
          <a:p>
            <a:pPr>
              <a:defRPr/>
            </a:pPr>
            <a:endParaRPr/>
          </a:p>
        </p:txBody>
      </p:sp>
      <p:sp>
        <p:nvSpPr>
          <p:cNvPr id="2052960694" name="Slide Number Placeholder 3"/>
          <p:cNvSpPr>
            <a:spLocks noGrp="1"/>
          </p:cNvSpPr>
          <p:nvPr>
            <p:ph type="sldNum" sz="quarter" idx="10"/>
          </p:nvPr>
        </p:nvSpPr>
        <p:spPr bwMode="auto"/>
        <p:txBody>
          <a:bodyPr/>
          <a:lstStyle/>
          <a:p>
            <a:pPr>
              <a:defRPr/>
            </a:pPr>
            <a:fld id="{5911DD5F-776F-27C8-B502-1952F77C1EFC}" type="slidenum">
              <a:rPr/>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40194822" name="Slide Image Placeholder 1"/>
          <p:cNvSpPr>
            <a:spLocks noGrp="1" noRot="1" noChangeAspect="1"/>
          </p:cNvSpPr>
          <p:nvPr>
            <p:ph type="sldImg"/>
          </p:nvPr>
        </p:nvSpPr>
        <p:spPr bwMode="auto"/>
      </p:sp>
      <p:sp>
        <p:nvSpPr>
          <p:cNvPr id="1786154109" name="Notes Placeholder 2"/>
          <p:cNvSpPr>
            <a:spLocks noGrp="1"/>
          </p:cNvSpPr>
          <p:nvPr>
            <p:ph type="body" idx="1"/>
          </p:nvPr>
        </p:nvSpPr>
        <p:spPr bwMode="auto"/>
        <p:txBody>
          <a:bodyPr/>
          <a:lstStyle/>
          <a:p>
            <a:pPr>
              <a:defRPr/>
            </a:pPr>
            <a:endParaRPr/>
          </a:p>
        </p:txBody>
      </p:sp>
      <p:sp>
        <p:nvSpPr>
          <p:cNvPr id="1555365708" name="Slide Number Placeholder 3"/>
          <p:cNvSpPr>
            <a:spLocks noGrp="1"/>
          </p:cNvSpPr>
          <p:nvPr>
            <p:ph type="sldNum" sz="quarter" idx="10"/>
          </p:nvPr>
        </p:nvSpPr>
        <p:spPr bwMode="auto"/>
        <p:txBody>
          <a:bodyPr/>
          <a:lstStyle/>
          <a:p>
            <a:pPr>
              <a:defRPr/>
            </a:pPr>
            <a:fld id="{66D3B7C9-9EEA-23C0-FD87-9E651104B0AA}" type="slidenum">
              <a:rPr/>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4792522" name="Slide Image Placeholder 1"/>
          <p:cNvSpPr>
            <a:spLocks noGrp="1" noRot="1" noChangeAspect="1"/>
          </p:cNvSpPr>
          <p:nvPr>
            <p:ph type="sldImg"/>
          </p:nvPr>
        </p:nvSpPr>
        <p:spPr bwMode="auto"/>
      </p:sp>
      <p:sp>
        <p:nvSpPr>
          <p:cNvPr id="427140550" name="Notes Placeholder 2"/>
          <p:cNvSpPr>
            <a:spLocks noGrp="1"/>
          </p:cNvSpPr>
          <p:nvPr>
            <p:ph type="body" idx="1"/>
          </p:nvPr>
        </p:nvSpPr>
        <p:spPr bwMode="auto"/>
        <p:txBody>
          <a:bodyPr/>
          <a:lstStyle/>
          <a:p>
            <a:pPr>
              <a:defRPr/>
            </a:pPr>
            <a:endParaRPr/>
          </a:p>
        </p:txBody>
      </p:sp>
      <p:sp>
        <p:nvSpPr>
          <p:cNvPr id="694408408" name="Slide Number Placeholder 3"/>
          <p:cNvSpPr>
            <a:spLocks noGrp="1"/>
          </p:cNvSpPr>
          <p:nvPr>
            <p:ph type="sldNum" sz="quarter" idx="10"/>
          </p:nvPr>
        </p:nvSpPr>
        <p:spPr bwMode="auto"/>
        <p:txBody>
          <a:bodyPr/>
          <a:lstStyle/>
          <a:p>
            <a:pPr>
              <a:defRPr/>
            </a:pPr>
            <a:fld id="{9F90DC0E-6E80-E9B4-36BB-505D5BC2B7AE}" type="slidenum">
              <a:rPr/>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67975096" name="Slide Image Placeholder 1"/>
          <p:cNvSpPr>
            <a:spLocks noGrp="1" noRot="1" noChangeAspect="1"/>
          </p:cNvSpPr>
          <p:nvPr>
            <p:ph type="sldImg"/>
          </p:nvPr>
        </p:nvSpPr>
        <p:spPr bwMode="auto"/>
      </p:sp>
      <p:sp>
        <p:nvSpPr>
          <p:cNvPr id="164695168" name="Notes Placeholder 2"/>
          <p:cNvSpPr>
            <a:spLocks noGrp="1"/>
          </p:cNvSpPr>
          <p:nvPr>
            <p:ph type="body" idx="1"/>
          </p:nvPr>
        </p:nvSpPr>
        <p:spPr bwMode="auto"/>
        <p:txBody>
          <a:bodyPr/>
          <a:lstStyle/>
          <a:p>
            <a:pPr>
              <a:defRPr/>
            </a:pPr>
            <a:endParaRPr/>
          </a:p>
        </p:txBody>
      </p:sp>
      <p:sp>
        <p:nvSpPr>
          <p:cNvPr id="542148912" name="Slide Number Placeholder 3"/>
          <p:cNvSpPr>
            <a:spLocks noGrp="1"/>
          </p:cNvSpPr>
          <p:nvPr>
            <p:ph type="sldNum" sz="quarter" idx="10"/>
          </p:nvPr>
        </p:nvSpPr>
        <p:spPr bwMode="auto"/>
        <p:txBody>
          <a:bodyPr/>
          <a:lstStyle/>
          <a:p>
            <a:pPr>
              <a:defRPr/>
            </a:pPr>
            <a:fld id="{84B3FF09-A867-396F-6316-C227493A6097}" type="slidenum">
              <a:rPr/>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5333223" name="Slide Image Placeholder 1"/>
          <p:cNvSpPr>
            <a:spLocks noGrp="1" noRot="1" noChangeAspect="1"/>
          </p:cNvSpPr>
          <p:nvPr>
            <p:ph type="sldImg"/>
          </p:nvPr>
        </p:nvSpPr>
        <p:spPr bwMode="auto"/>
      </p:sp>
      <p:sp>
        <p:nvSpPr>
          <p:cNvPr id="1367502009" name="Notes Placeholder 2"/>
          <p:cNvSpPr>
            <a:spLocks noGrp="1"/>
          </p:cNvSpPr>
          <p:nvPr>
            <p:ph type="body" idx="1"/>
          </p:nvPr>
        </p:nvSpPr>
        <p:spPr bwMode="auto"/>
        <p:txBody>
          <a:bodyPr/>
          <a:lstStyle/>
          <a:p>
            <a:pPr>
              <a:defRPr/>
            </a:pPr>
            <a:endParaRPr/>
          </a:p>
        </p:txBody>
      </p:sp>
      <p:sp>
        <p:nvSpPr>
          <p:cNvPr id="1045677581" name="Slide Number Placeholder 3"/>
          <p:cNvSpPr>
            <a:spLocks noGrp="1"/>
          </p:cNvSpPr>
          <p:nvPr>
            <p:ph type="sldNum" sz="quarter" idx="10"/>
          </p:nvPr>
        </p:nvSpPr>
        <p:spPr bwMode="auto"/>
        <p:txBody>
          <a:bodyPr/>
          <a:lstStyle/>
          <a:p>
            <a:pPr>
              <a:defRPr/>
            </a:pPr>
            <a:fld id="{0E3F174A-87F1-DCC6-368D-2E2282B4D73D}" type="slidenum">
              <a:rPr/>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5003284" name="Slide Image Placeholder 1"/>
          <p:cNvSpPr>
            <a:spLocks noGrp="1" noRot="1" noChangeAspect="1"/>
          </p:cNvSpPr>
          <p:nvPr>
            <p:ph type="sldImg"/>
          </p:nvPr>
        </p:nvSpPr>
        <p:spPr bwMode="auto"/>
      </p:sp>
      <p:sp>
        <p:nvSpPr>
          <p:cNvPr id="311993358" name="Notes Placeholder 2"/>
          <p:cNvSpPr>
            <a:spLocks noGrp="1"/>
          </p:cNvSpPr>
          <p:nvPr>
            <p:ph type="body" idx="1"/>
          </p:nvPr>
        </p:nvSpPr>
        <p:spPr bwMode="auto"/>
        <p:txBody>
          <a:bodyPr/>
          <a:lstStyle/>
          <a:p>
            <a:pPr>
              <a:defRPr/>
            </a:pPr>
            <a:endParaRPr/>
          </a:p>
        </p:txBody>
      </p:sp>
      <p:sp>
        <p:nvSpPr>
          <p:cNvPr id="1695377059" name="Slide Number Placeholder 3"/>
          <p:cNvSpPr>
            <a:spLocks noGrp="1"/>
          </p:cNvSpPr>
          <p:nvPr>
            <p:ph type="sldNum" sz="quarter" idx="10"/>
          </p:nvPr>
        </p:nvSpPr>
        <p:spPr bwMode="auto"/>
        <p:txBody>
          <a:bodyPr/>
          <a:lstStyle/>
          <a:p>
            <a:pPr>
              <a:defRPr/>
            </a:pPr>
            <a:fld id="{41898D31-7959-8772-BB96-D8152751E602}" type="slidenum">
              <a:rPr/>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4878898" name="Slide Image Placeholder 1"/>
          <p:cNvSpPr>
            <a:spLocks noGrp="1" noRot="1" noChangeAspect="1"/>
          </p:cNvSpPr>
          <p:nvPr>
            <p:ph type="sldImg"/>
          </p:nvPr>
        </p:nvSpPr>
        <p:spPr bwMode="auto"/>
      </p:sp>
      <p:sp>
        <p:nvSpPr>
          <p:cNvPr id="887507304" name="Notes Placeholder 2"/>
          <p:cNvSpPr>
            <a:spLocks noGrp="1"/>
          </p:cNvSpPr>
          <p:nvPr>
            <p:ph type="body" idx="1"/>
          </p:nvPr>
        </p:nvSpPr>
        <p:spPr bwMode="auto"/>
        <p:txBody>
          <a:bodyPr/>
          <a:lstStyle/>
          <a:p>
            <a:pPr>
              <a:defRPr/>
            </a:pPr>
            <a:endParaRPr/>
          </a:p>
        </p:txBody>
      </p:sp>
      <p:sp>
        <p:nvSpPr>
          <p:cNvPr id="678269945" name="Slide Number Placeholder 3"/>
          <p:cNvSpPr>
            <a:spLocks noGrp="1"/>
          </p:cNvSpPr>
          <p:nvPr>
            <p:ph type="sldNum" sz="quarter" idx="10"/>
          </p:nvPr>
        </p:nvSpPr>
        <p:spPr bwMode="auto"/>
        <p:txBody>
          <a:bodyPr/>
          <a:lstStyle/>
          <a:p>
            <a:pPr>
              <a:defRPr/>
            </a:pPr>
            <a:fld id="{72A76424-E9EC-646C-AFBF-1E5423F8B0CE}" type="slidenum">
              <a:rPr/>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71663270" name="Slide Image Placeholder 1"/>
          <p:cNvSpPr>
            <a:spLocks noGrp="1" noRot="1" noChangeAspect="1"/>
          </p:cNvSpPr>
          <p:nvPr>
            <p:ph type="sldImg"/>
          </p:nvPr>
        </p:nvSpPr>
        <p:spPr bwMode="auto"/>
      </p:sp>
      <p:sp>
        <p:nvSpPr>
          <p:cNvPr id="1241512184" name="Notes Placeholder 2"/>
          <p:cNvSpPr>
            <a:spLocks noGrp="1"/>
          </p:cNvSpPr>
          <p:nvPr>
            <p:ph type="body" idx="1"/>
          </p:nvPr>
        </p:nvSpPr>
        <p:spPr bwMode="auto"/>
        <p:txBody>
          <a:bodyPr/>
          <a:lstStyle/>
          <a:p>
            <a:pPr>
              <a:defRPr/>
            </a:pPr>
            <a:endParaRPr/>
          </a:p>
        </p:txBody>
      </p:sp>
      <p:sp>
        <p:nvSpPr>
          <p:cNvPr id="1789503632" name="Slide Number Placeholder 3"/>
          <p:cNvSpPr>
            <a:spLocks noGrp="1"/>
          </p:cNvSpPr>
          <p:nvPr>
            <p:ph type="sldNum" sz="quarter" idx="10"/>
          </p:nvPr>
        </p:nvSpPr>
        <p:spPr bwMode="auto"/>
        <p:txBody>
          <a:bodyPr/>
          <a:lstStyle/>
          <a:p>
            <a:pPr>
              <a:defRPr/>
            </a:pPr>
            <a:fld id="{7FD9BB93-43CF-37BF-739B-AAD54E20C557}" type="slidenum">
              <a:rPr/>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3560778" name="Slide Image Placeholder 1"/>
          <p:cNvSpPr>
            <a:spLocks noGrp="1" noRot="1" noChangeAspect="1"/>
          </p:cNvSpPr>
          <p:nvPr>
            <p:ph type="sldImg"/>
          </p:nvPr>
        </p:nvSpPr>
        <p:spPr bwMode="auto"/>
      </p:sp>
      <p:sp>
        <p:nvSpPr>
          <p:cNvPr id="1042957372" name="Notes Placeholder 2"/>
          <p:cNvSpPr>
            <a:spLocks noGrp="1"/>
          </p:cNvSpPr>
          <p:nvPr>
            <p:ph type="body" idx="1"/>
          </p:nvPr>
        </p:nvSpPr>
        <p:spPr bwMode="auto"/>
        <p:txBody>
          <a:bodyPr/>
          <a:lstStyle/>
          <a:p>
            <a:pPr>
              <a:defRPr/>
            </a:pPr>
            <a:endParaRPr/>
          </a:p>
        </p:txBody>
      </p:sp>
      <p:sp>
        <p:nvSpPr>
          <p:cNvPr id="598915054" name="Slide Number Placeholder 3"/>
          <p:cNvSpPr>
            <a:spLocks noGrp="1"/>
          </p:cNvSpPr>
          <p:nvPr>
            <p:ph type="sldNum" sz="quarter" idx="10"/>
          </p:nvPr>
        </p:nvSpPr>
        <p:spPr bwMode="auto"/>
        <p:txBody>
          <a:bodyPr/>
          <a:lstStyle/>
          <a:p>
            <a:pPr>
              <a:defRPr/>
            </a:pPr>
            <a:fld id="{D0EB3C9A-7C77-E300-550E-04BF31DD8366}" type="slidenum">
              <a:rPr/>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16961196" name="Slide Image Placeholder 1"/>
          <p:cNvSpPr>
            <a:spLocks noGrp="1" noRot="1" noChangeAspect="1"/>
          </p:cNvSpPr>
          <p:nvPr>
            <p:ph type="sldImg"/>
          </p:nvPr>
        </p:nvSpPr>
        <p:spPr bwMode="auto"/>
      </p:sp>
      <p:sp>
        <p:nvSpPr>
          <p:cNvPr id="800574288" name="Notes Placeholder 2"/>
          <p:cNvSpPr>
            <a:spLocks noGrp="1"/>
          </p:cNvSpPr>
          <p:nvPr>
            <p:ph type="body" idx="1"/>
          </p:nvPr>
        </p:nvSpPr>
        <p:spPr bwMode="auto"/>
        <p:txBody>
          <a:bodyPr/>
          <a:lstStyle/>
          <a:p>
            <a:pPr>
              <a:defRPr/>
            </a:pPr>
            <a:endParaRPr/>
          </a:p>
        </p:txBody>
      </p:sp>
      <p:sp>
        <p:nvSpPr>
          <p:cNvPr id="9691831" name="Slide Number Placeholder 3"/>
          <p:cNvSpPr>
            <a:spLocks noGrp="1"/>
          </p:cNvSpPr>
          <p:nvPr>
            <p:ph type="sldNum" sz="quarter" idx="10"/>
          </p:nvPr>
        </p:nvSpPr>
        <p:spPr bwMode="auto"/>
        <p:txBody>
          <a:bodyPr/>
          <a:lstStyle/>
          <a:p>
            <a:pPr>
              <a:defRPr/>
            </a:pPr>
            <a:fld id="{98FF4724-D619-B544-4962-C373297550DB}" type="slidenum">
              <a:rPr/>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4196020" name="Slide Image Placeholder 1"/>
          <p:cNvSpPr>
            <a:spLocks noGrp="1" noRot="1" noChangeAspect="1"/>
          </p:cNvSpPr>
          <p:nvPr>
            <p:ph type="sldImg"/>
          </p:nvPr>
        </p:nvSpPr>
        <p:spPr bwMode="auto"/>
      </p:sp>
      <p:sp>
        <p:nvSpPr>
          <p:cNvPr id="1022654798" name="Notes Placeholder 2"/>
          <p:cNvSpPr>
            <a:spLocks noGrp="1"/>
          </p:cNvSpPr>
          <p:nvPr>
            <p:ph type="body" idx="1"/>
          </p:nvPr>
        </p:nvSpPr>
        <p:spPr bwMode="auto"/>
        <p:txBody>
          <a:bodyPr/>
          <a:lstStyle/>
          <a:p>
            <a:pPr>
              <a:defRPr/>
            </a:pPr>
            <a:endParaRPr/>
          </a:p>
        </p:txBody>
      </p:sp>
      <p:sp>
        <p:nvSpPr>
          <p:cNvPr id="1913693547" name="Slide Number Placeholder 3"/>
          <p:cNvSpPr>
            <a:spLocks noGrp="1"/>
          </p:cNvSpPr>
          <p:nvPr>
            <p:ph type="sldNum" sz="quarter" idx="10"/>
          </p:nvPr>
        </p:nvSpPr>
        <p:spPr bwMode="auto"/>
        <p:txBody>
          <a:bodyPr/>
          <a:lstStyle/>
          <a:p>
            <a:pPr>
              <a:defRPr/>
            </a:pPr>
            <a:fld id="{4263836C-D4D4-1B81-F0A3-1089A94814DE}" type="slidenum">
              <a:rPr/>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13019047" name="Slide Image Placeholder 1"/>
          <p:cNvSpPr>
            <a:spLocks noGrp="1" noRot="1" noChangeAspect="1"/>
          </p:cNvSpPr>
          <p:nvPr>
            <p:ph type="sldImg"/>
          </p:nvPr>
        </p:nvSpPr>
        <p:spPr bwMode="auto"/>
      </p:sp>
      <p:sp>
        <p:nvSpPr>
          <p:cNvPr id="747142889" name="Notes Placeholder 2"/>
          <p:cNvSpPr>
            <a:spLocks noGrp="1"/>
          </p:cNvSpPr>
          <p:nvPr>
            <p:ph type="body" idx="1"/>
          </p:nvPr>
        </p:nvSpPr>
        <p:spPr bwMode="auto"/>
        <p:txBody>
          <a:bodyPr/>
          <a:lstStyle/>
          <a:p>
            <a:pPr>
              <a:defRPr/>
            </a:pPr>
            <a:endParaRPr/>
          </a:p>
        </p:txBody>
      </p:sp>
      <p:sp>
        <p:nvSpPr>
          <p:cNvPr id="1866064598" name="Slide Number Placeholder 3"/>
          <p:cNvSpPr>
            <a:spLocks noGrp="1"/>
          </p:cNvSpPr>
          <p:nvPr>
            <p:ph type="sldNum" sz="quarter" idx="10"/>
          </p:nvPr>
        </p:nvSpPr>
        <p:spPr bwMode="auto"/>
        <p:txBody>
          <a:bodyPr/>
          <a:lstStyle/>
          <a:p>
            <a:pPr>
              <a:defRPr/>
            </a:pPr>
            <a:fld id="{0500D102-102D-5F7B-5C8C-01FBF0DCF17C}" type="slidenum">
              <a:rPr/>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6307137" name="Slide Image Placeholder 1"/>
          <p:cNvSpPr>
            <a:spLocks noGrp="1" noRot="1" noChangeAspect="1"/>
          </p:cNvSpPr>
          <p:nvPr>
            <p:ph type="sldImg"/>
          </p:nvPr>
        </p:nvSpPr>
        <p:spPr bwMode="auto"/>
      </p:sp>
      <p:sp>
        <p:nvSpPr>
          <p:cNvPr id="1456014374" name="Notes Placeholder 2"/>
          <p:cNvSpPr>
            <a:spLocks noGrp="1"/>
          </p:cNvSpPr>
          <p:nvPr>
            <p:ph type="body" idx="1"/>
          </p:nvPr>
        </p:nvSpPr>
        <p:spPr bwMode="auto"/>
        <p:txBody>
          <a:bodyPr/>
          <a:lstStyle/>
          <a:p>
            <a:pPr>
              <a:defRPr/>
            </a:pPr>
            <a:endParaRPr/>
          </a:p>
        </p:txBody>
      </p:sp>
      <p:sp>
        <p:nvSpPr>
          <p:cNvPr id="1448480267" name="Slide Number Placeholder 3"/>
          <p:cNvSpPr>
            <a:spLocks noGrp="1"/>
          </p:cNvSpPr>
          <p:nvPr>
            <p:ph type="sldNum" sz="quarter" idx="10"/>
          </p:nvPr>
        </p:nvSpPr>
        <p:spPr bwMode="auto"/>
        <p:txBody>
          <a:bodyPr/>
          <a:lstStyle/>
          <a:p>
            <a:pPr>
              <a:defRPr/>
            </a:pPr>
            <a:fld id="{572E6B26-E4D8-AD6F-82A8-4B700A5168B8}" type="slidenum">
              <a:rPr/>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95687177" name="Slide Image Placeholder 1"/>
          <p:cNvSpPr>
            <a:spLocks noGrp="1" noRot="1" noChangeAspect="1"/>
          </p:cNvSpPr>
          <p:nvPr>
            <p:ph type="sldImg"/>
          </p:nvPr>
        </p:nvSpPr>
        <p:spPr bwMode="auto"/>
      </p:sp>
      <p:sp>
        <p:nvSpPr>
          <p:cNvPr id="1369640843" name="Notes Placeholder 2"/>
          <p:cNvSpPr>
            <a:spLocks noGrp="1"/>
          </p:cNvSpPr>
          <p:nvPr>
            <p:ph type="body" idx="1"/>
          </p:nvPr>
        </p:nvSpPr>
        <p:spPr bwMode="auto"/>
        <p:txBody>
          <a:bodyPr/>
          <a:lstStyle/>
          <a:p>
            <a:pPr>
              <a:defRPr/>
            </a:pPr>
            <a:endParaRPr/>
          </a:p>
        </p:txBody>
      </p:sp>
      <p:sp>
        <p:nvSpPr>
          <p:cNvPr id="1787318772" name="Slide Number Placeholder 3"/>
          <p:cNvSpPr>
            <a:spLocks noGrp="1"/>
          </p:cNvSpPr>
          <p:nvPr>
            <p:ph type="sldNum" sz="quarter" idx="10"/>
          </p:nvPr>
        </p:nvSpPr>
        <p:spPr bwMode="auto"/>
        <p:txBody>
          <a:bodyPr/>
          <a:lstStyle/>
          <a:p>
            <a:pPr>
              <a:defRPr/>
            </a:pPr>
            <a:fld id="{810954AF-96A9-8145-AF89-B518DA4F7D27}" type="slidenum">
              <a:rPr/>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3191972" name="Slide Image Placeholder 1"/>
          <p:cNvSpPr>
            <a:spLocks noGrp="1" noRot="1" noChangeAspect="1"/>
          </p:cNvSpPr>
          <p:nvPr>
            <p:ph type="sldImg"/>
          </p:nvPr>
        </p:nvSpPr>
        <p:spPr bwMode="auto"/>
      </p:sp>
      <p:sp>
        <p:nvSpPr>
          <p:cNvPr id="1235921104" name="Notes Placeholder 2"/>
          <p:cNvSpPr>
            <a:spLocks noGrp="1"/>
          </p:cNvSpPr>
          <p:nvPr>
            <p:ph type="body" idx="1"/>
          </p:nvPr>
        </p:nvSpPr>
        <p:spPr bwMode="auto"/>
        <p:txBody>
          <a:bodyPr/>
          <a:lstStyle/>
          <a:p>
            <a:pPr>
              <a:defRPr/>
            </a:pPr>
            <a:endParaRPr/>
          </a:p>
        </p:txBody>
      </p:sp>
      <p:sp>
        <p:nvSpPr>
          <p:cNvPr id="838356315" name="Slide Number Placeholder 3"/>
          <p:cNvSpPr>
            <a:spLocks noGrp="1"/>
          </p:cNvSpPr>
          <p:nvPr>
            <p:ph type="sldNum" sz="quarter" idx="10"/>
          </p:nvPr>
        </p:nvSpPr>
        <p:spPr bwMode="auto"/>
        <p:txBody>
          <a:bodyPr/>
          <a:lstStyle/>
          <a:p>
            <a:pPr>
              <a:defRPr/>
            </a:pPr>
            <a:fld id="{BDDF9362-CBDB-13AF-A728-F4CA84581A32}" type="slidenum">
              <a:rPr/>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0556644" name="Slide Image Placeholder 1"/>
          <p:cNvSpPr>
            <a:spLocks noGrp="1" noRot="1" noChangeAspect="1"/>
          </p:cNvSpPr>
          <p:nvPr>
            <p:ph type="sldImg"/>
          </p:nvPr>
        </p:nvSpPr>
        <p:spPr bwMode="auto"/>
      </p:sp>
      <p:sp>
        <p:nvSpPr>
          <p:cNvPr id="602261051" name="Notes Placeholder 2"/>
          <p:cNvSpPr>
            <a:spLocks noGrp="1"/>
          </p:cNvSpPr>
          <p:nvPr>
            <p:ph type="body" idx="1"/>
          </p:nvPr>
        </p:nvSpPr>
        <p:spPr bwMode="auto"/>
        <p:txBody>
          <a:bodyPr/>
          <a:lstStyle/>
          <a:p>
            <a:pPr>
              <a:defRPr/>
            </a:pPr>
            <a:endParaRPr/>
          </a:p>
        </p:txBody>
      </p:sp>
      <p:sp>
        <p:nvSpPr>
          <p:cNvPr id="80861806" name="Slide Number Placeholder 3"/>
          <p:cNvSpPr>
            <a:spLocks noGrp="1"/>
          </p:cNvSpPr>
          <p:nvPr>
            <p:ph type="sldNum" sz="quarter" idx="10"/>
          </p:nvPr>
        </p:nvSpPr>
        <p:spPr bwMode="auto"/>
        <p:txBody>
          <a:bodyPr/>
          <a:lstStyle/>
          <a:p>
            <a:pPr>
              <a:defRPr/>
            </a:pPr>
            <a:fld id="{51D31EF3-4EFD-3820-1B6E-E383F7047C3C}" type="slidenum">
              <a:rPr/>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62247582" name="Slide Image Placeholder 1"/>
          <p:cNvSpPr>
            <a:spLocks noGrp="1" noRot="1" noChangeAspect="1"/>
          </p:cNvSpPr>
          <p:nvPr>
            <p:ph type="sldImg"/>
          </p:nvPr>
        </p:nvSpPr>
        <p:spPr bwMode="auto"/>
      </p:sp>
      <p:sp>
        <p:nvSpPr>
          <p:cNvPr id="1557319537" name="Notes Placeholder 2"/>
          <p:cNvSpPr>
            <a:spLocks noGrp="1"/>
          </p:cNvSpPr>
          <p:nvPr>
            <p:ph type="body" idx="1"/>
          </p:nvPr>
        </p:nvSpPr>
        <p:spPr bwMode="auto"/>
        <p:txBody>
          <a:bodyPr/>
          <a:lstStyle/>
          <a:p>
            <a:pPr>
              <a:defRPr/>
            </a:pPr>
            <a:endParaRPr/>
          </a:p>
        </p:txBody>
      </p:sp>
      <p:sp>
        <p:nvSpPr>
          <p:cNvPr id="589686831" name="Slide Number Placeholder 3"/>
          <p:cNvSpPr>
            <a:spLocks noGrp="1"/>
          </p:cNvSpPr>
          <p:nvPr>
            <p:ph type="sldNum" sz="quarter" idx="10"/>
          </p:nvPr>
        </p:nvSpPr>
        <p:spPr bwMode="auto"/>
        <p:txBody>
          <a:bodyPr/>
          <a:lstStyle/>
          <a:p>
            <a:pPr>
              <a:defRPr/>
            </a:pPr>
            <a:fld id="{9B3DFB3C-EFF2-0DE6-BBFF-5E4D80656C27}" type="slidenum">
              <a:rPr/>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4453251" name="Slide Image Placeholder 1"/>
          <p:cNvSpPr>
            <a:spLocks noGrp="1" noRot="1" noChangeAspect="1"/>
          </p:cNvSpPr>
          <p:nvPr>
            <p:ph type="sldImg"/>
          </p:nvPr>
        </p:nvSpPr>
        <p:spPr bwMode="auto"/>
      </p:sp>
      <p:sp>
        <p:nvSpPr>
          <p:cNvPr id="1728254887" name="Notes Placeholder 2"/>
          <p:cNvSpPr>
            <a:spLocks noGrp="1"/>
          </p:cNvSpPr>
          <p:nvPr>
            <p:ph type="body" idx="1"/>
          </p:nvPr>
        </p:nvSpPr>
        <p:spPr bwMode="auto"/>
        <p:txBody>
          <a:bodyPr/>
          <a:lstStyle/>
          <a:p>
            <a:pPr>
              <a:defRPr/>
            </a:pPr>
            <a:endParaRPr/>
          </a:p>
        </p:txBody>
      </p:sp>
      <p:sp>
        <p:nvSpPr>
          <p:cNvPr id="623720290" name="Slide Number Placeholder 3"/>
          <p:cNvSpPr>
            <a:spLocks noGrp="1"/>
          </p:cNvSpPr>
          <p:nvPr>
            <p:ph type="sldNum" sz="quarter" idx="10"/>
          </p:nvPr>
        </p:nvSpPr>
        <p:spPr bwMode="auto"/>
        <p:txBody>
          <a:bodyPr/>
          <a:lstStyle/>
          <a:p>
            <a:pPr>
              <a:defRPr/>
            </a:pPr>
            <a:fld id="{ED237B26-C7D2-C07E-B9D9-E87711757CFF}" type="slidenum">
              <a:rPr/>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9963570" name="Slide Image Placeholder 1"/>
          <p:cNvSpPr>
            <a:spLocks noGrp="1" noRot="1" noChangeAspect="1"/>
          </p:cNvSpPr>
          <p:nvPr>
            <p:ph type="sldImg"/>
          </p:nvPr>
        </p:nvSpPr>
        <p:spPr bwMode="auto"/>
      </p:sp>
      <p:sp>
        <p:nvSpPr>
          <p:cNvPr id="252398868" name="Notes Placeholder 2"/>
          <p:cNvSpPr>
            <a:spLocks noGrp="1"/>
          </p:cNvSpPr>
          <p:nvPr>
            <p:ph type="body" idx="1"/>
          </p:nvPr>
        </p:nvSpPr>
        <p:spPr bwMode="auto"/>
        <p:txBody>
          <a:bodyPr/>
          <a:lstStyle/>
          <a:p>
            <a:pPr>
              <a:defRPr/>
            </a:pPr>
            <a:endParaRPr/>
          </a:p>
        </p:txBody>
      </p:sp>
      <p:sp>
        <p:nvSpPr>
          <p:cNvPr id="69260758" name="Slide Number Placeholder 3"/>
          <p:cNvSpPr>
            <a:spLocks noGrp="1"/>
          </p:cNvSpPr>
          <p:nvPr>
            <p:ph type="sldNum" sz="quarter" idx="10"/>
          </p:nvPr>
        </p:nvSpPr>
        <p:spPr bwMode="auto"/>
        <p:txBody>
          <a:bodyPr/>
          <a:lstStyle/>
          <a:p>
            <a:pPr>
              <a:defRPr/>
            </a:pPr>
            <a:fld id="{51CE5DBA-FFB2-54A5-C4E1-4B423E3B3BE1}" type="slidenum">
              <a:rPr/>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6231126" name="Slide Image Placeholder 1"/>
          <p:cNvSpPr>
            <a:spLocks noGrp="1" noRot="1" noChangeAspect="1"/>
          </p:cNvSpPr>
          <p:nvPr>
            <p:ph type="sldImg"/>
          </p:nvPr>
        </p:nvSpPr>
        <p:spPr bwMode="auto"/>
      </p:sp>
      <p:sp>
        <p:nvSpPr>
          <p:cNvPr id="1294691445" name="Notes Placeholder 2"/>
          <p:cNvSpPr>
            <a:spLocks noGrp="1"/>
          </p:cNvSpPr>
          <p:nvPr>
            <p:ph type="body" idx="1"/>
          </p:nvPr>
        </p:nvSpPr>
        <p:spPr bwMode="auto"/>
        <p:txBody>
          <a:bodyPr/>
          <a:lstStyle/>
          <a:p>
            <a:pPr>
              <a:defRPr/>
            </a:pPr>
            <a:endParaRPr/>
          </a:p>
        </p:txBody>
      </p:sp>
      <p:sp>
        <p:nvSpPr>
          <p:cNvPr id="1361904731" name="Slide Number Placeholder 3"/>
          <p:cNvSpPr>
            <a:spLocks noGrp="1"/>
          </p:cNvSpPr>
          <p:nvPr>
            <p:ph type="sldNum" sz="quarter" idx="10"/>
          </p:nvPr>
        </p:nvSpPr>
        <p:spPr bwMode="auto"/>
        <p:txBody>
          <a:bodyPr/>
          <a:lstStyle/>
          <a:p>
            <a:pPr>
              <a:defRPr/>
            </a:pPr>
            <a:fld id="{6DF66BCC-BF0E-D033-28E5-43AB2BD32058}" type="slidenum">
              <a:rPr/>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03554840" name="Slide Image Placeholder 1"/>
          <p:cNvSpPr>
            <a:spLocks noGrp="1" noRot="1" noChangeAspect="1"/>
          </p:cNvSpPr>
          <p:nvPr>
            <p:ph type="sldImg"/>
          </p:nvPr>
        </p:nvSpPr>
        <p:spPr bwMode="auto"/>
      </p:sp>
      <p:sp>
        <p:nvSpPr>
          <p:cNvPr id="2048408676" name="Notes Placeholder 2"/>
          <p:cNvSpPr>
            <a:spLocks noGrp="1"/>
          </p:cNvSpPr>
          <p:nvPr>
            <p:ph type="body" idx="1"/>
          </p:nvPr>
        </p:nvSpPr>
        <p:spPr bwMode="auto"/>
        <p:txBody>
          <a:bodyPr/>
          <a:lstStyle/>
          <a:p>
            <a:pPr>
              <a:defRPr/>
            </a:pPr>
            <a:endParaRPr/>
          </a:p>
        </p:txBody>
      </p:sp>
      <p:sp>
        <p:nvSpPr>
          <p:cNvPr id="952379578" name="Slide Number Placeholder 3"/>
          <p:cNvSpPr>
            <a:spLocks noGrp="1"/>
          </p:cNvSpPr>
          <p:nvPr>
            <p:ph type="sldNum" sz="quarter" idx="10"/>
          </p:nvPr>
        </p:nvSpPr>
        <p:spPr bwMode="auto"/>
        <p:txBody>
          <a:bodyPr/>
          <a:lstStyle/>
          <a:p>
            <a:pPr>
              <a:defRPr/>
            </a:pPr>
            <a:fld id="{26F3FFF0-DF63-2A13-3CDE-80F1AFF704E8}" type="slidenum">
              <a:rPr/>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6675816" name="Slide Image Placeholder 1"/>
          <p:cNvSpPr>
            <a:spLocks noGrp="1" noRot="1" noChangeAspect="1"/>
          </p:cNvSpPr>
          <p:nvPr>
            <p:ph type="sldImg"/>
          </p:nvPr>
        </p:nvSpPr>
        <p:spPr bwMode="auto"/>
      </p:sp>
      <p:sp>
        <p:nvSpPr>
          <p:cNvPr id="41567147" name="Notes Placeholder 2"/>
          <p:cNvSpPr>
            <a:spLocks noGrp="1"/>
          </p:cNvSpPr>
          <p:nvPr>
            <p:ph type="body" idx="1"/>
          </p:nvPr>
        </p:nvSpPr>
        <p:spPr bwMode="auto"/>
        <p:txBody>
          <a:bodyPr/>
          <a:lstStyle/>
          <a:p>
            <a:pPr>
              <a:defRPr/>
            </a:pPr>
            <a:endParaRPr/>
          </a:p>
        </p:txBody>
      </p:sp>
      <p:sp>
        <p:nvSpPr>
          <p:cNvPr id="335242818" name="Slide Number Placeholder 3"/>
          <p:cNvSpPr>
            <a:spLocks noGrp="1"/>
          </p:cNvSpPr>
          <p:nvPr>
            <p:ph type="sldNum" sz="quarter" idx="10"/>
          </p:nvPr>
        </p:nvSpPr>
        <p:spPr bwMode="auto"/>
        <p:txBody>
          <a:bodyPr/>
          <a:lstStyle/>
          <a:p>
            <a:pPr>
              <a:defRPr/>
            </a:pPr>
            <a:fld id="{0D82CA2D-57ED-4128-A680-C178EB752E1B}" type="slidenum">
              <a:rPr/>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7650813" name="Slide Image Placeholder 1"/>
          <p:cNvSpPr>
            <a:spLocks noGrp="1" noRot="1" noChangeAspect="1"/>
          </p:cNvSpPr>
          <p:nvPr>
            <p:ph type="sldImg"/>
          </p:nvPr>
        </p:nvSpPr>
        <p:spPr bwMode="auto"/>
      </p:sp>
      <p:sp>
        <p:nvSpPr>
          <p:cNvPr id="456395121" name="Notes Placeholder 2"/>
          <p:cNvSpPr>
            <a:spLocks noGrp="1"/>
          </p:cNvSpPr>
          <p:nvPr>
            <p:ph type="body" idx="1"/>
          </p:nvPr>
        </p:nvSpPr>
        <p:spPr bwMode="auto"/>
        <p:txBody>
          <a:bodyPr/>
          <a:lstStyle/>
          <a:p>
            <a:pPr>
              <a:defRPr/>
            </a:pPr>
            <a:endParaRPr/>
          </a:p>
        </p:txBody>
      </p:sp>
      <p:sp>
        <p:nvSpPr>
          <p:cNvPr id="5245220" name="Slide Number Placeholder 3"/>
          <p:cNvSpPr>
            <a:spLocks noGrp="1"/>
          </p:cNvSpPr>
          <p:nvPr>
            <p:ph type="sldNum" sz="quarter" idx="10"/>
          </p:nvPr>
        </p:nvSpPr>
        <p:spPr bwMode="auto"/>
        <p:txBody>
          <a:bodyPr/>
          <a:lstStyle/>
          <a:p>
            <a:pPr>
              <a:defRPr/>
            </a:pPr>
            <a:fld id="{2A674A1D-253B-19D0-8FC7-EAA65CE2193E}" type="slidenum">
              <a:rPr/>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20404294" name="Slide Image Placeholder 1"/>
          <p:cNvSpPr>
            <a:spLocks noGrp="1" noRot="1" noChangeAspect="1"/>
          </p:cNvSpPr>
          <p:nvPr>
            <p:ph type="sldImg"/>
          </p:nvPr>
        </p:nvSpPr>
        <p:spPr bwMode="auto"/>
      </p:sp>
      <p:sp>
        <p:nvSpPr>
          <p:cNvPr id="1034186587" name="Notes Placeholder 2"/>
          <p:cNvSpPr>
            <a:spLocks noGrp="1"/>
          </p:cNvSpPr>
          <p:nvPr>
            <p:ph type="body" idx="1"/>
          </p:nvPr>
        </p:nvSpPr>
        <p:spPr bwMode="auto"/>
        <p:txBody>
          <a:bodyPr/>
          <a:lstStyle/>
          <a:p>
            <a:pPr>
              <a:defRPr/>
            </a:pPr>
            <a:endParaRPr/>
          </a:p>
        </p:txBody>
      </p:sp>
      <p:sp>
        <p:nvSpPr>
          <p:cNvPr id="1095634436" name="Slide Number Placeholder 3"/>
          <p:cNvSpPr>
            <a:spLocks noGrp="1"/>
          </p:cNvSpPr>
          <p:nvPr>
            <p:ph type="sldNum" sz="quarter" idx="10"/>
          </p:nvPr>
        </p:nvSpPr>
        <p:spPr bwMode="auto"/>
        <p:txBody>
          <a:bodyPr/>
          <a:lstStyle/>
          <a:p>
            <a:pPr>
              <a:defRPr/>
            </a:pPr>
            <a:fld id="{ECD23936-263B-DCC8-2778-53E95A0B7B1E}" type="slidenum">
              <a:rPr/>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4996163" name="Slide Image Placeholder 1"/>
          <p:cNvSpPr>
            <a:spLocks noGrp="1" noRot="1" noChangeAspect="1"/>
          </p:cNvSpPr>
          <p:nvPr>
            <p:ph type="sldImg"/>
          </p:nvPr>
        </p:nvSpPr>
        <p:spPr bwMode="auto"/>
      </p:sp>
      <p:sp>
        <p:nvSpPr>
          <p:cNvPr id="668477191" name="Notes Placeholder 2"/>
          <p:cNvSpPr>
            <a:spLocks noGrp="1"/>
          </p:cNvSpPr>
          <p:nvPr>
            <p:ph type="body" idx="1"/>
          </p:nvPr>
        </p:nvSpPr>
        <p:spPr bwMode="auto"/>
        <p:txBody>
          <a:bodyPr/>
          <a:lstStyle/>
          <a:p>
            <a:pPr>
              <a:defRPr/>
            </a:pPr>
            <a:endParaRPr/>
          </a:p>
        </p:txBody>
      </p:sp>
      <p:sp>
        <p:nvSpPr>
          <p:cNvPr id="36155421" name="Slide Number Placeholder 3"/>
          <p:cNvSpPr>
            <a:spLocks noGrp="1"/>
          </p:cNvSpPr>
          <p:nvPr>
            <p:ph type="sldNum" sz="quarter" idx="10"/>
          </p:nvPr>
        </p:nvSpPr>
        <p:spPr bwMode="auto"/>
        <p:txBody>
          <a:bodyPr/>
          <a:lstStyle/>
          <a:p>
            <a:pPr>
              <a:defRPr/>
            </a:pPr>
            <a:fld id="{CD7B61F8-30F9-4076-479A-8FE9CF5A3C49}" type="slidenum">
              <a:rPr/>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4359493" name="Slide Image Placeholder 1"/>
          <p:cNvSpPr>
            <a:spLocks noGrp="1" noRot="1" noChangeAspect="1"/>
          </p:cNvSpPr>
          <p:nvPr>
            <p:ph type="sldImg"/>
          </p:nvPr>
        </p:nvSpPr>
        <p:spPr bwMode="auto"/>
      </p:sp>
      <p:sp>
        <p:nvSpPr>
          <p:cNvPr id="285079337" name="Notes Placeholder 2"/>
          <p:cNvSpPr>
            <a:spLocks noGrp="1"/>
          </p:cNvSpPr>
          <p:nvPr>
            <p:ph type="body" idx="1"/>
          </p:nvPr>
        </p:nvSpPr>
        <p:spPr bwMode="auto"/>
        <p:txBody>
          <a:bodyPr/>
          <a:lstStyle/>
          <a:p>
            <a:pPr>
              <a:defRPr/>
            </a:pPr>
            <a:endParaRPr/>
          </a:p>
        </p:txBody>
      </p:sp>
      <p:sp>
        <p:nvSpPr>
          <p:cNvPr id="1254145403" name="Slide Number Placeholder 3"/>
          <p:cNvSpPr>
            <a:spLocks noGrp="1"/>
          </p:cNvSpPr>
          <p:nvPr>
            <p:ph type="sldNum" sz="quarter" idx="10"/>
          </p:nvPr>
        </p:nvSpPr>
        <p:spPr bwMode="auto"/>
        <p:txBody>
          <a:bodyPr/>
          <a:lstStyle/>
          <a:p>
            <a:pPr>
              <a:defRPr/>
            </a:pPr>
            <a:fld id="{698DDE63-ABDA-FE8F-008E-38B4B24073FA}" type="slidenum">
              <a:rPr/>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30966316" name="Slide Image Placeholder 1"/>
          <p:cNvSpPr>
            <a:spLocks noGrp="1" noRot="1" noChangeAspect="1"/>
          </p:cNvSpPr>
          <p:nvPr>
            <p:ph type="sldImg"/>
          </p:nvPr>
        </p:nvSpPr>
        <p:spPr bwMode="auto"/>
      </p:sp>
      <p:sp>
        <p:nvSpPr>
          <p:cNvPr id="485895439" name="Notes Placeholder 2"/>
          <p:cNvSpPr>
            <a:spLocks noGrp="1"/>
          </p:cNvSpPr>
          <p:nvPr>
            <p:ph type="body" idx="1"/>
          </p:nvPr>
        </p:nvSpPr>
        <p:spPr bwMode="auto"/>
        <p:txBody>
          <a:bodyPr/>
          <a:lstStyle/>
          <a:p>
            <a:pPr>
              <a:defRPr/>
            </a:pPr>
            <a:endParaRPr/>
          </a:p>
        </p:txBody>
      </p:sp>
      <p:sp>
        <p:nvSpPr>
          <p:cNvPr id="409364014" name="Slide Number Placeholder 3"/>
          <p:cNvSpPr>
            <a:spLocks noGrp="1"/>
          </p:cNvSpPr>
          <p:nvPr>
            <p:ph type="sldNum" sz="quarter" idx="10"/>
          </p:nvPr>
        </p:nvSpPr>
        <p:spPr bwMode="auto"/>
        <p:txBody>
          <a:bodyPr/>
          <a:lstStyle/>
          <a:p>
            <a:pPr>
              <a:defRPr/>
            </a:pPr>
            <a:fld id="{E6533FA2-086A-EDCA-D219-57EDFEEFA418}" type="slidenum">
              <a:rPr/>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18196487" name="Slide Image Placeholder 1"/>
          <p:cNvSpPr>
            <a:spLocks noGrp="1" noRot="1" noChangeAspect="1"/>
          </p:cNvSpPr>
          <p:nvPr>
            <p:ph type="sldImg"/>
          </p:nvPr>
        </p:nvSpPr>
        <p:spPr bwMode="auto"/>
      </p:sp>
      <p:sp>
        <p:nvSpPr>
          <p:cNvPr id="1001828597" name="Notes Placeholder 2"/>
          <p:cNvSpPr>
            <a:spLocks noGrp="1"/>
          </p:cNvSpPr>
          <p:nvPr>
            <p:ph type="body" idx="1"/>
          </p:nvPr>
        </p:nvSpPr>
        <p:spPr bwMode="auto"/>
        <p:txBody>
          <a:bodyPr/>
          <a:lstStyle/>
          <a:p>
            <a:pPr>
              <a:defRPr/>
            </a:pPr>
            <a:endParaRPr/>
          </a:p>
        </p:txBody>
      </p:sp>
      <p:sp>
        <p:nvSpPr>
          <p:cNvPr id="1748291231" name="Slide Number Placeholder 3"/>
          <p:cNvSpPr>
            <a:spLocks noGrp="1"/>
          </p:cNvSpPr>
          <p:nvPr>
            <p:ph type="sldNum" sz="quarter" idx="10"/>
          </p:nvPr>
        </p:nvSpPr>
        <p:spPr bwMode="auto"/>
        <p:txBody>
          <a:bodyPr/>
          <a:lstStyle/>
          <a:p>
            <a:pPr>
              <a:defRPr/>
            </a:pPr>
            <a:fld id="{FBF0287B-CB32-3D11-D459-A209B17FE7DA}" type="slidenum">
              <a:rPr/>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3075792" name="Slide Image Placeholder 1"/>
          <p:cNvSpPr>
            <a:spLocks noGrp="1" noRot="1" noChangeAspect="1"/>
          </p:cNvSpPr>
          <p:nvPr>
            <p:ph type="sldImg"/>
          </p:nvPr>
        </p:nvSpPr>
        <p:spPr bwMode="auto"/>
      </p:sp>
      <p:sp>
        <p:nvSpPr>
          <p:cNvPr id="900943565" name="Notes Placeholder 2"/>
          <p:cNvSpPr>
            <a:spLocks noGrp="1"/>
          </p:cNvSpPr>
          <p:nvPr>
            <p:ph type="body" idx="1"/>
          </p:nvPr>
        </p:nvSpPr>
        <p:spPr bwMode="auto"/>
        <p:txBody>
          <a:bodyPr/>
          <a:lstStyle/>
          <a:p>
            <a:pPr>
              <a:defRPr/>
            </a:pPr>
            <a:endParaRPr/>
          </a:p>
        </p:txBody>
      </p:sp>
      <p:sp>
        <p:nvSpPr>
          <p:cNvPr id="1294860210" name="Slide Number Placeholder 3"/>
          <p:cNvSpPr>
            <a:spLocks noGrp="1"/>
          </p:cNvSpPr>
          <p:nvPr>
            <p:ph type="sldNum" sz="quarter" idx="10"/>
          </p:nvPr>
        </p:nvSpPr>
        <p:spPr bwMode="auto"/>
        <p:txBody>
          <a:bodyPr/>
          <a:lstStyle/>
          <a:p>
            <a:pPr>
              <a:defRPr/>
            </a:pPr>
            <a:fld id="{03AD7BB8-3CCD-508C-4A08-778AE4A1958D}" type="slidenum">
              <a:rPr/>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81495270" name="Slide Image Placeholder 1"/>
          <p:cNvSpPr>
            <a:spLocks noGrp="1" noRot="1" noChangeAspect="1"/>
          </p:cNvSpPr>
          <p:nvPr>
            <p:ph type="sldImg"/>
          </p:nvPr>
        </p:nvSpPr>
        <p:spPr bwMode="auto"/>
      </p:sp>
      <p:sp>
        <p:nvSpPr>
          <p:cNvPr id="705955029" name="Notes Placeholder 2"/>
          <p:cNvSpPr>
            <a:spLocks noGrp="1"/>
          </p:cNvSpPr>
          <p:nvPr>
            <p:ph type="body" idx="1"/>
          </p:nvPr>
        </p:nvSpPr>
        <p:spPr bwMode="auto"/>
        <p:txBody>
          <a:bodyPr/>
          <a:lstStyle/>
          <a:p>
            <a:pPr>
              <a:defRPr/>
            </a:pPr>
            <a:endParaRPr/>
          </a:p>
        </p:txBody>
      </p:sp>
      <p:sp>
        <p:nvSpPr>
          <p:cNvPr id="410589078" name="Slide Number Placeholder 3"/>
          <p:cNvSpPr>
            <a:spLocks noGrp="1"/>
          </p:cNvSpPr>
          <p:nvPr>
            <p:ph type="sldNum" sz="quarter" idx="10"/>
          </p:nvPr>
        </p:nvSpPr>
        <p:spPr bwMode="auto"/>
        <p:txBody>
          <a:bodyPr/>
          <a:lstStyle/>
          <a:p>
            <a:pPr>
              <a:defRPr/>
            </a:pPr>
            <a:fld id="{F173FC66-D2F5-778D-C7B1-1256EA75E5D6}" type="slidenum">
              <a:rPr/>
              <a:t>75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861356470"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IN"/>
          </a:p>
        </p:txBody>
      </p:sp>
      <p:sp>
        <p:nvSpPr>
          <p:cNvPr id="1332060730"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IN"/>
          </a:p>
        </p:txBody>
      </p:sp>
      <p:sp>
        <p:nvSpPr>
          <p:cNvPr id="1195273865" name="Date Placeholder 3"/>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01116268" name="Footer Placeholder 4"/>
          <p:cNvSpPr>
            <a:spLocks noGrp="1"/>
          </p:cNvSpPr>
          <p:nvPr>
            <p:ph type="ftr" sz="quarter" idx="11"/>
          </p:nvPr>
        </p:nvSpPr>
        <p:spPr bwMode="auto"/>
        <p:txBody>
          <a:bodyPr/>
          <a:lstStyle/>
          <a:p>
            <a:pPr>
              <a:defRPr/>
            </a:pPr>
            <a:endParaRPr lang="en-IN"/>
          </a:p>
        </p:txBody>
      </p:sp>
      <p:sp>
        <p:nvSpPr>
          <p:cNvPr id="978622513" name="Slide Number Placeholder 5"/>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300393217" name="Title 1"/>
          <p:cNvSpPr>
            <a:spLocks noGrp="1"/>
          </p:cNvSpPr>
          <p:nvPr>
            <p:ph type="title"/>
          </p:nvPr>
        </p:nvSpPr>
        <p:spPr bwMode="auto"/>
        <p:txBody>
          <a:bodyPr/>
          <a:lstStyle/>
          <a:p>
            <a:pPr>
              <a:defRPr/>
            </a:pPr>
            <a:r>
              <a:rPr lang="en-US"/>
              <a:t>Click to edit Master title style</a:t>
            </a:r>
            <a:endParaRPr lang="en-IN"/>
          </a:p>
        </p:txBody>
      </p:sp>
      <p:sp>
        <p:nvSpPr>
          <p:cNvPr id="21782562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738455245" name="Date Placeholder 3"/>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747987495" name="Footer Placeholder 4"/>
          <p:cNvSpPr>
            <a:spLocks noGrp="1"/>
          </p:cNvSpPr>
          <p:nvPr>
            <p:ph type="ftr" sz="quarter" idx="11"/>
          </p:nvPr>
        </p:nvSpPr>
        <p:spPr bwMode="auto"/>
        <p:txBody>
          <a:bodyPr/>
          <a:lstStyle/>
          <a:p>
            <a:pPr>
              <a:defRPr/>
            </a:pPr>
            <a:endParaRPr lang="en-IN"/>
          </a:p>
        </p:txBody>
      </p:sp>
      <p:sp>
        <p:nvSpPr>
          <p:cNvPr id="1382467452" name="Slide Number Placeholder 5"/>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688427428"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IN"/>
          </a:p>
        </p:txBody>
      </p:sp>
      <p:sp>
        <p:nvSpPr>
          <p:cNvPr id="678449300"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772730296" name="Date Placeholder 3"/>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555124670" name="Footer Placeholder 4"/>
          <p:cNvSpPr>
            <a:spLocks noGrp="1"/>
          </p:cNvSpPr>
          <p:nvPr>
            <p:ph type="ftr" sz="quarter" idx="11"/>
          </p:nvPr>
        </p:nvSpPr>
        <p:spPr bwMode="auto"/>
        <p:txBody>
          <a:bodyPr/>
          <a:lstStyle/>
          <a:p>
            <a:pPr>
              <a:defRPr/>
            </a:pPr>
            <a:endParaRPr lang="en-IN"/>
          </a:p>
        </p:txBody>
      </p:sp>
      <p:sp>
        <p:nvSpPr>
          <p:cNvPr id="469537536" name="Slide Number Placeholder 5"/>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680706165" name="Title 1"/>
          <p:cNvSpPr>
            <a:spLocks noGrp="1"/>
          </p:cNvSpPr>
          <p:nvPr>
            <p:ph type="title"/>
          </p:nvPr>
        </p:nvSpPr>
        <p:spPr bwMode="auto"/>
        <p:txBody>
          <a:bodyPr/>
          <a:lstStyle/>
          <a:p>
            <a:pPr>
              <a:defRPr/>
            </a:pPr>
            <a:r>
              <a:rPr lang="en-US"/>
              <a:t>Click to edit Master title style</a:t>
            </a:r>
            <a:endParaRPr lang="en-IN"/>
          </a:p>
        </p:txBody>
      </p:sp>
      <p:sp>
        <p:nvSpPr>
          <p:cNvPr id="1582428926"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315941340"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69999310" name="Date Placeholder 4"/>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960053570" name="Footer Placeholder 5"/>
          <p:cNvSpPr>
            <a:spLocks noGrp="1"/>
          </p:cNvSpPr>
          <p:nvPr>
            <p:ph type="ftr" sz="quarter" idx="11"/>
          </p:nvPr>
        </p:nvSpPr>
        <p:spPr bwMode="auto"/>
        <p:txBody>
          <a:bodyPr/>
          <a:lstStyle/>
          <a:p>
            <a:pPr>
              <a:defRPr/>
            </a:pPr>
            <a:endParaRPr lang="en-IN"/>
          </a:p>
        </p:txBody>
      </p:sp>
      <p:sp>
        <p:nvSpPr>
          <p:cNvPr id="1385966336" name="Slide Number Placeholder 6"/>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828820954"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IN"/>
          </a:p>
        </p:txBody>
      </p:sp>
      <p:sp>
        <p:nvSpPr>
          <p:cNvPr id="1551828039"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06351440"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510034774"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0143760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248562437" name="Date Placeholder 6"/>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236644301" name="Footer Placeholder 7"/>
          <p:cNvSpPr>
            <a:spLocks noGrp="1"/>
          </p:cNvSpPr>
          <p:nvPr>
            <p:ph type="ftr" sz="quarter" idx="11"/>
          </p:nvPr>
        </p:nvSpPr>
        <p:spPr bwMode="auto"/>
        <p:txBody>
          <a:bodyPr/>
          <a:lstStyle/>
          <a:p>
            <a:pPr>
              <a:defRPr/>
            </a:pPr>
            <a:endParaRPr lang="en-IN"/>
          </a:p>
        </p:txBody>
      </p:sp>
      <p:sp>
        <p:nvSpPr>
          <p:cNvPr id="1525706059" name="Slide Number Placeholder 8"/>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159190629" name="Title 1"/>
          <p:cNvSpPr>
            <a:spLocks noGrp="1"/>
          </p:cNvSpPr>
          <p:nvPr>
            <p:ph type="title"/>
          </p:nvPr>
        </p:nvSpPr>
        <p:spPr bwMode="auto"/>
        <p:txBody>
          <a:bodyPr/>
          <a:lstStyle/>
          <a:p>
            <a:pPr>
              <a:defRPr/>
            </a:pPr>
            <a:r>
              <a:rPr lang="en-US"/>
              <a:t>Click to edit Master title style</a:t>
            </a:r>
            <a:endParaRPr lang="en-IN"/>
          </a:p>
        </p:txBody>
      </p:sp>
      <p:sp>
        <p:nvSpPr>
          <p:cNvPr id="792774056" name="Date Placeholder 2"/>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2047478111" name="Footer Placeholder 3"/>
          <p:cNvSpPr>
            <a:spLocks noGrp="1"/>
          </p:cNvSpPr>
          <p:nvPr>
            <p:ph type="ftr" sz="quarter" idx="11"/>
          </p:nvPr>
        </p:nvSpPr>
        <p:spPr bwMode="auto"/>
        <p:txBody>
          <a:bodyPr/>
          <a:lstStyle/>
          <a:p>
            <a:pPr>
              <a:defRPr/>
            </a:pPr>
            <a:endParaRPr lang="en-IN"/>
          </a:p>
        </p:txBody>
      </p:sp>
      <p:sp>
        <p:nvSpPr>
          <p:cNvPr id="83966913" name="Slide Number Placeholder 4"/>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514301279" name="Date Placeholder 1"/>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745281361" name="Footer Placeholder 2"/>
          <p:cNvSpPr>
            <a:spLocks noGrp="1"/>
          </p:cNvSpPr>
          <p:nvPr>
            <p:ph type="ftr" sz="quarter" idx="11"/>
          </p:nvPr>
        </p:nvSpPr>
        <p:spPr bwMode="auto"/>
        <p:txBody>
          <a:bodyPr/>
          <a:lstStyle/>
          <a:p>
            <a:pPr>
              <a:defRPr/>
            </a:pPr>
            <a:endParaRPr lang="en-IN"/>
          </a:p>
        </p:txBody>
      </p:sp>
      <p:sp>
        <p:nvSpPr>
          <p:cNvPr id="1297158881" name="Slide Number Placeholder 3"/>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556469273"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IN"/>
          </a:p>
        </p:txBody>
      </p:sp>
      <p:sp>
        <p:nvSpPr>
          <p:cNvPr id="1704433612"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994992069"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7373666" name="Date Placeholder 4"/>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40197206" name="Footer Placeholder 5"/>
          <p:cNvSpPr>
            <a:spLocks noGrp="1"/>
          </p:cNvSpPr>
          <p:nvPr>
            <p:ph type="ftr" sz="quarter" idx="11"/>
          </p:nvPr>
        </p:nvSpPr>
        <p:spPr bwMode="auto"/>
        <p:txBody>
          <a:bodyPr/>
          <a:lstStyle/>
          <a:p>
            <a:pPr>
              <a:defRPr/>
            </a:pPr>
            <a:endParaRPr lang="en-IN"/>
          </a:p>
        </p:txBody>
      </p:sp>
      <p:sp>
        <p:nvSpPr>
          <p:cNvPr id="1785558252" name="Slide Number Placeholder 6"/>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39902463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IN"/>
          </a:p>
        </p:txBody>
      </p:sp>
      <p:sp>
        <p:nvSpPr>
          <p:cNvPr id="1643059515"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IN"/>
          </a:p>
        </p:txBody>
      </p:sp>
      <p:sp>
        <p:nvSpPr>
          <p:cNvPr id="2071074951"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950827098" name="Date Placeholder 4"/>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723353331" name="Footer Placeholder 5"/>
          <p:cNvSpPr>
            <a:spLocks noGrp="1"/>
          </p:cNvSpPr>
          <p:nvPr>
            <p:ph type="ftr" sz="quarter" idx="11"/>
          </p:nvPr>
        </p:nvSpPr>
        <p:spPr bwMode="auto"/>
        <p:txBody>
          <a:bodyPr/>
          <a:lstStyle/>
          <a:p>
            <a:pPr>
              <a:defRPr/>
            </a:pPr>
            <a:endParaRPr lang="en-IN"/>
          </a:p>
        </p:txBody>
      </p:sp>
      <p:sp>
        <p:nvSpPr>
          <p:cNvPr id="957317470" name="Slide Number Placeholder 6"/>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404065393" name="Title 1"/>
          <p:cNvSpPr>
            <a:spLocks noGrp="1"/>
          </p:cNvSpPr>
          <p:nvPr>
            <p:ph type="title"/>
          </p:nvPr>
        </p:nvSpPr>
        <p:spPr bwMode="auto"/>
        <p:txBody>
          <a:bodyPr/>
          <a:lstStyle/>
          <a:p>
            <a:pPr>
              <a:defRPr/>
            </a:pPr>
            <a:r>
              <a:rPr lang="en-US"/>
              <a:t>Click to edit Master title style</a:t>
            </a:r>
            <a:endParaRPr lang="en-IN"/>
          </a:p>
        </p:txBody>
      </p:sp>
      <p:sp>
        <p:nvSpPr>
          <p:cNvPr id="1854997460"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2072983577" name="Date Placeholder 3"/>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348081646" name="Footer Placeholder 4"/>
          <p:cNvSpPr>
            <a:spLocks noGrp="1"/>
          </p:cNvSpPr>
          <p:nvPr>
            <p:ph type="ftr" sz="quarter" idx="11"/>
          </p:nvPr>
        </p:nvSpPr>
        <p:spPr bwMode="auto"/>
        <p:txBody>
          <a:bodyPr/>
          <a:lstStyle/>
          <a:p>
            <a:pPr>
              <a:defRPr/>
            </a:pPr>
            <a:endParaRPr lang="en-IN"/>
          </a:p>
        </p:txBody>
      </p:sp>
      <p:sp>
        <p:nvSpPr>
          <p:cNvPr id="375842316" name="Slide Number Placeholder 5"/>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85775533"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IN"/>
          </a:p>
        </p:txBody>
      </p:sp>
      <p:sp>
        <p:nvSpPr>
          <p:cNvPr id="1616288181"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8526891" name="Date Placeholder 3"/>
          <p:cNvSpPr>
            <a:spLocks noGrp="1"/>
          </p:cNvSpPr>
          <p:nvPr>
            <p:ph type="dt" sz="half" idx="10"/>
          </p:nvPr>
        </p:nvSpPr>
        <p:spPr bwMode="auto"/>
        <p:txBody>
          <a:bodyPr/>
          <a:lstStyle/>
          <a:p>
            <a:pPr>
              <a:defRPr/>
            </a:pPr>
            <a:fld id="{A0D8FF2E-147B-460C-882F-FF0033CCBBDC}" type="datetimeFigureOut">
              <a:rPr lang="en-IN"/>
              <a:t>23-03-2026</a:t>
            </a:fld>
            <a:endParaRPr lang="en-IN"/>
          </a:p>
        </p:txBody>
      </p:sp>
      <p:sp>
        <p:nvSpPr>
          <p:cNvPr id="1770645218" name="Footer Placeholder 4"/>
          <p:cNvSpPr>
            <a:spLocks noGrp="1"/>
          </p:cNvSpPr>
          <p:nvPr>
            <p:ph type="ftr" sz="quarter" idx="11"/>
          </p:nvPr>
        </p:nvSpPr>
        <p:spPr bwMode="auto"/>
        <p:txBody>
          <a:bodyPr/>
          <a:lstStyle/>
          <a:p>
            <a:pPr>
              <a:defRPr/>
            </a:pPr>
            <a:endParaRPr lang="en-IN"/>
          </a:p>
        </p:txBody>
      </p:sp>
      <p:sp>
        <p:nvSpPr>
          <p:cNvPr id="289258018" name="Slide Number Placeholder 5"/>
          <p:cNvSpPr>
            <a:spLocks noGrp="1"/>
          </p:cNvSpPr>
          <p:nvPr>
            <p:ph type="sldNum" sz="quarter" idx="12"/>
          </p:nvPr>
        </p:nvSpPr>
        <p:spPr bwMode="auto"/>
        <p:txBody>
          <a:bodyPr/>
          <a:lstStyle/>
          <a:p>
            <a:pPr>
              <a:defRPr/>
            </a:pPr>
            <a:fld id="{47105A0E-BA00-4372-BBB1-99EF9F0422AA}"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597229091"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IN"/>
          </a:p>
        </p:txBody>
      </p:sp>
      <p:sp>
        <p:nvSpPr>
          <p:cNvPr id="169111298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576056063"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0D8FF2E-147B-460C-882F-FF0033CCBBDC}" type="datetimeFigureOut">
              <a:rPr lang="en-IN"/>
              <a:t>23-03-2026</a:t>
            </a:fld>
            <a:endParaRPr lang="en-IN"/>
          </a:p>
        </p:txBody>
      </p:sp>
      <p:sp>
        <p:nvSpPr>
          <p:cNvPr id="203766007"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IN"/>
          </a:p>
        </p:txBody>
      </p:sp>
      <p:sp>
        <p:nvSpPr>
          <p:cNvPr id="1642955158"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7105A0E-BA00-4372-BBB1-99EF9F0422AA}"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29736820" name="Picture 3"/>
          <p:cNvPicPr>
            <a:picLocks noChangeAspect="1"/>
          </p:cNvPicPr>
          <p:nvPr/>
        </p:nvPicPr>
        <p:blipFill rotWithShape="1">
          <a:blip r:embed="rId3"/>
          <a:stretch/>
        </p:blipFill>
        <p:spPr bwMode="auto">
          <a:xfrm>
            <a:off x="2271898" y="2016031"/>
            <a:ext cx="8518358" cy="31612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60408594" name="Title 1"/>
          <p:cNvSpPr>
            <a:spLocks noGrp="1"/>
          </p:cNvSpPr>
          <p:nvPr>
            <p:ph type="title"/>
          </p:nvPr>
        </p:nvSpPr>
        <p:spPr bwMode="auto">
          <a:xfrm>
            <a:off x="838200" y="365126"/>
            <a:ext cx="10515600" cy="790824"/>
          </a:xfrm>
        </p:spPr>
        <p:txBody>
          <a:bodyPr/>
          <a:lstStyle/>
          <a:p>
            <a:pPr algn="ctr">
              <a:defRPr/>
            </a:pPr>
            <a:r>
              <a:rPr lang="en-IN" b="1" i="1">
                <a:solidFill>
                  <a:srgbClr val="FF0000"/>
                </a:solidFill>
                <a:latin typeface="+mn-lt"/>
              </a:rPr>
              <a:t>Introduction to Machine Learning</a:t>
            </a:r>
            <a:endParaRPr/>
          </a:p>
        </p:txBody>
      </p:sp>
      <p:sp>
        <p:nvSpPr>
          <p:cNvPr id="520270202" name="Content Placeholder 2"/>
          <p:cNvSpPr>
            <a:spLocks noGrp="1"/>
          </p:cNvSpPr>
          <p:nvPr>
            <p:ph idx="1"/>
          </p:nvPr>
        </p:nvSpPr>
        <p:spPr bwMode="auto">
          <a:xfrm>
            <a:off x="838200" y="3873910"/>
            <a:ext cx="10515600" cy="2303052"/>
          </a:xfrm>
        </p:spPr>
        <p:txBody>
          <a:bodyPr>
            <a:normAutofit/>
          </a:bodyPr>
          <a:lstStyle/>
          <a:p>
            <a:pPr algn="just">
              <a:defRPr/>
            </a:pPr>
            <a:r>
              <a:rPr lang="en-IN" sz="2000"/>
              <a:t>Machine Learning (ML) is a branch of Artificial Intelligence (AI) that enables computers to learn from data and make decisions or predictions without being explicitly programmed.</a:t>
            </a:r>
            <a:endParaRPr/>
          </a:p>
          <a:p>
            <a:pPr algn="just">
              <a:defRPr/>
            </a:pPr>
            <a:r>
              <a:rPr lang="en-IN" sz="2000"/>
              <a:t>Machine learning teaches computers to recognize patterns and make decisions automatically using data and algorithms.</a:t>
            </a:r>
            <a:endParaRPr/>
          </a:p>
        </p:txBody>
      </p:sp>
      <p:pic>
        <p:nvPicPr>
          <p:cNvPr id="1233073309" name="Picture 3"/>
          <p:cNvPicPr/>
          <p:nvPr/>
        </p:nvPicPr>
        <p:blipFill rotWithShape="1">
          <a:blip r:embed="rId3"/>
          <a:stretch/>
        </p:blipFill>
        <p:spPr bwMode="auto">
          <a:xfrm>
            <a:off x="11353800" y="136329"/>
            <a:ext cx="688680" cy="689040"/>
          </a:xfrm>
          <a:prstGeom prst="rect">
            <a:avLst/>
          </a:prstGeom>
          <a:ln w="0">
            <a:noFill/>
          </a:ln>
        </p:spPr>
      </p:pic>
      <p:pic>
        <p:nvPicPr>
          <p:cNvPr id="1151713288" name="Picture 5"/>
          <p:cNvPicPr>
            <a:picLocks noChangeAspect="1"/>
          </p:cNvPicPr>
          <p:nvPr/>
        </p:nvPicPr>
        <p:blipFill rotWithShape="1">
          <a:blip r:embed="rId4"/>
          <a:stretch/>
        </p:blipFill>
        <p:spPr bwMode="auto">
          <a:xfrm>
            <a:off x="3701716" y="1347537"/>
            <a:ext cx="3790905" cy="20814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92514466" name="AutoShape 2"/>
          <p:cNvSpPr>
            <a:spLocks noChangeAspect="1" noChangeArrowheads="1"/>
          </p:cNvSpPr>
          <p:nvPr/>
        </p:nvSpPr>
        <p:spPr bwMode="auto">
          <a:xfrm>
            <a:off x="5943600" y="3276600"/>
            <a:ext cx="304800" cy="304800"/>
          </a:xfrm>
          <a:prstGeom prst="rect">
            <a:avLst/>
          </a:prstGeom>
          <a:noFill/>
        </p:spPr>
        <p:txBody>
          <a:bodyPr vert="horz" wrap="square" lIns="91440" tIns="45720" rIns="91440" bIns="45720" numCol="1" anchor="t" anchorCtr="0" compatLnSpc="1">
            <a:prstTxWarp prst="textNoShape">
              <a:avLst/>
            </a:prstTxWarp>
          </a:bodyPr>
          <a:lstStyle/>
          <a:p>
            <a:pPr>
              <a:defRPr/>
            </a:pPr>
            <a:endParaRPr lang="en-IN"/>
          </a:p>
        </p:txBody>
      </p:sp>
      <p:sp>
        <p:nvSpPr>
          <p:cNvPr id="1534240794" name="TextBox 6"/>
          <p:cNvSpPr txBox="1"/>
          <p:nvPr/>
        </p:nvSpPr>
        <p:spPr bwMode="auto">
          <a:xfrm>
            <a:off x="1022555" y="4689986"/>
            <a:ext cx="4542503" cy="830997"/>
          </a:xfrm>
          <a:prstGeom prst="rect">
            <a:avLst/>
          </a:prstGeom>
          <a:noFill/>
        </p:spPr>
        <p:txBody>
          <a:bodyPr wrap="square" rtlCol="0">
            <a:spAutoFit/>
          </a:bodyPr>
          <a:lstStyle/>
          <a:p>
            <a:pPr algn="ctr">
              <a:defRPr/>
            </a:pPr>
            <a:r>
              <a:rPr lang="en-US" sz="2400" b="1"/>
              <a:t>Humans learn from past experiences</a:t>
            </a:r>
            <a:endParaRPr lang="en-IN" sz="2400" b="1"/>
          </a:p>
        </p:txBody>
      </p:sp>
      <p:sp>
        <p:nvSpPr>
          <p:cNvPr id="1681476729" name="TextBox 7"/>
          <p:cNvSpPr txBox="1"/>
          <p:nvPr/>
        </p:nvSpPr>
        <p:spPr bwMode="auto">
          <a:xfrm>
            <a:off x="6626944" y="4689986"/>
            <a:ext cx="4218037" cy="830997"/>
          </a:xfrm>
          <a:prstGeom prst="rect">
            <a:avLst/>
          </a:prstGeom>
          <a:noFill/>
        </p:spPr>
        <p:txBody>
          <a:bodyPr wrap="square" rtlCol="0">
            <a:spAutoFit/>
          </a:bodyPr>
          <a:lstStyle/>
          <a:p>
            <a:pPr algn="ctr">
              <a:defRPr/>
            </a:pPr>
            <a:r>
              <a:rPr lang="en-US" sz="2400" b="1"/>
              <a:t>Machines follow instructions given by humans</a:t>
            </a:r>
            <a:endParaRPr lang="en-IN" sz="2400" b="1"/>
          </a:p>
        </p:txBody>
      </p:sp>
      <p:pic>
        <p:nvPicPr>
          <p:cNvPr id="1476826601" name="Picture 8"/>
          <p:cNvPicPr/>
          <p:nvPr/>
        </p:nvPicPr>
        <p:blipFill rotWithShape="1">
          <a:blip r:embed="rId3"/>
          <a:stretch/>
        </p:blipFill>
        <p:spPr bwMode="auto">
          <a:xfrm>
            <a:off x="11353800" y="136329"/>
            <a:ext cx="688680" cy="689040"/>
          </a:xfrm>
          <a:prstGeom prst="rect">
            <a:avLst/>
          </a:prstGeom>
          <a:ln w="0">
            <a:noFill/>
          </a:ln>
        </p:spPr>
      </p:pic>
      <p:pic>
        <p:nvPicPr>
          <p:cNvPr id="2077012655" name="Picture 10"/>
          <p:cNvPicPr>
            <a:picLocks noChangeAspect="1"/>
          </p:cNvPicPr>
          <p:nvPr/>
        </p:nvPicPr>
        <p:blipFill rotWithShape="1">
          <a:blip r:embed="rId4"/>
          <a:stretch/>
        </p:blipFill>
        <p:spPr bwMode="auto">
          <a:xfrm>
            <a:off x="717756" y="336508"/>
            <a:ext cx="9743768" cy="42551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466300893" name="Picture 3"/>
          <p:cNvPicPr/>
          <p:nvPr/>
        </p:nvPicPr>
        <p:blipFill rotWithShape="1">
          <a:blip r:embed="rId3"/>
          <a:stretch/>
        </p:blipFill>
        <p:spPr bwMode="auto">
          <a:xfrm>
            <a:off x="11495964" y="0"/>
            <a:ext cx="688680" cy="689040"/>
          </a:xfrm>
          <a:prstGeom prst="rect">
            <a:avLst/>
          </a:prstGeom>
          <a:ln w="0">
            <a:noFill/>
          </a:ln>
        </p:spPr>
      </p:pic>
      <p:pic>
        <p:nvPicPr>
          <p:cNvPr id="234649512" name="Picture 4"/>
          <p:cNvPicPr/>
          <p:nvPr/>
        </p:nvPicPr>
        <p:blipFill rotWithShape="1">
          <a:blip r:embed="rId4"/>
          <a:srcRect l="2513" t="16104" r="4778" b="10962"/>
          <a:stretch/>
        </p:blipFill>
        <p:spPr bwMode="auto">
          <a:xfrm>
            <a:off x="835742" y="3913238"/>
            <a:ext cx="8583561" cy="2148349"/>
          </a:xfrm>
          <a:prstGeom prst="rect">
            <a:avLst/>
          </a:prstGeom>
          <a:ln w="19050">
            <a:solidFill>
              <a:schemeClr val="tx1"/>
            </a:solidFill>
          </a:ln>
        </p:spPr>
      </p:pic>
      <p:sp>
        <p:nvSpPr>
          <p:cNvPr id="2039265307" name="TextBox 5"/>
          <p:cNvSpPr txBox="1"/>
          <p:nvPr/>
        </p:nvSpPr>
        <p:spPr bwMode="auto">
          <a:xfrm>
            <a:off x="334297" y="796413"/>
            <a:ext cx="10790903" cy="2554545"/>
          </a:xfrm>
          <a:prstGeom prst="rect">
            <a:avLst/>
          </a:prstGeom>
          <a:noFill/>
        </p:spPr>
        <p:txBody>
          <a:bodyPr wrap="square">
            <a:spAutoFit/>
          </a:bodyPr>
          <a:lstStyle/>
          <a:p>
            <a:pPr marL="0" indent="0">
              <a:buNone/>
              <a:defRPr/>
            </a:pPr>
            <a:r>
              <a:rPr lang="en-IN" sz="2000" b="1"/>
              <a:t>Machine Learning Workflow</a:t>
            </a:r>
            <a:endParaRPr/>
          </a:p>
          <a:p>
            <a:pPr>
              <a:defRPr/>
            </a:pPr>
            <a:r>
              <a:rPr lang="en-IN" sz="2000" b="1"/>
              <a:t>Data Collection: </a:t>
            </a:r>
            <a:r>
              <a:rPr lang="en-IN" sz="2000"/>
              <a:t>Gathering data relevant to the problem.</a:t>
            </a:r>
            <a:endParaRPr/>
          </a:p>
          <a:p>
            <a:pPr>
              <a:defRPr/>
            </a:pPr>
            <a:r>
              <a:rPr lang="en-IN" sz="2000" b="1"/>
              <a:t>Data Pre-processing: </a:t>
            </a:r>
            <a:r>
              <a:rPr lang="en-IN" sz="2000"/>
              <a:t>Cleaning and preparing the data for analysis (handling missing values, normalization).</a:t>
            </a:r>
            <a:endParaRPr/>
          </a:p>
          <a:p>
            <a:pPr>
              <a:defRPr/>
            </a:pPr>
            <a:r>
              <a:rPr lang="en-IN" sz="2000" b="1"/>
              <a:t>Model Selection: </a:t>
            </a:r>
            <a:r>
              <a:rPr lang="en-IN" sz="2000"/>
              <a:t>Choosing appropriate algorithms and models.</a:t>
            </a:r>
            <a:endParaRPr/>
          </a:p>
          <a:p>
            <a:pPr>
              <a:defRPr/>
            </a:pPr>
            <a:r>
              <a:rPr lang="en-IN" sz="2000" b="1"/>
              <a:t>Model Training: </a:t>
            </a:r>
            <a:r>
              <a:rPr lang="en-IN" sz="2000"/>
              <a:t>Using data to train the model.</a:t>
            </a:r>
            <a:endParaRPr/>
          </a:p>
          <a:p>
            <a:pPr>
              <a:defRPr/>
            </a:pPr>
            <a:r>
              <a:rPr lang="en-IN" sz="2000" b="1"/>
              <a:t>Model Evaluation: </a:t>
            </a:r>
            <a:r>
              <a:rPr lang="en-IN" sz="2000"/>
              <a:t>Assessing model performance using metrics (accuracy, precision).</a:t>
            </a:r>
            <a:endParaRPr/>
          </a:p>
          <a:p>
            <a:pPr>
              <a:defRPr/>
            </a:pPr>
            <a:r>
              <a:rPr lang="en-IN" sz="2000" b="1"/>
              <a:t>Deployment: </a:t>
            </a:r>
            <a:r>
              <a:rPr lang="en-IN" sz="2000"/>
              <a:t>Integrating the model into a production  environment.</a:t>
            </a:r>
            <a:endParaRPr lang="en-IN" sz="20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34547881" name="Picture 3"/>
          <p:cNvPicPr/>
          <p:nvPr/>
        </p:nvPicPr>
        <p:blipFill rotWithShape="1">
          <a:blip r:embed="rId3"/>
          <a:stretch/>
        </p:blipFill>
        <p:spPr bwMode="auto">
          <a:xfrm>
            <a:off x="11444537" y="146702"/>
            <a:ext cx="688680" cy="689040"/>
          </a:xfrm>
          <a:prstGeom prst="rect">
            <a:avLst/>
          </a:prstGeom>
          <a:ln w="0">
            <a:noFill/>
          </a:ln>
        </p:spPr>
      </p:pic>
      <p:sp>
        <p:nvSpPr>
          <p:cNvPr id="535288709" name="TextBox 4"/>
          <p:cNvSpPr txBox="1"/>
          <p:nvPr/>
        </p:nvSpPr>
        <p:spPr bwMode="auto">
          <a:xfrm>
            <a:off x="289561" y="274320"/>
            <a:ext cx="11047034" cy="6401753"/>
          </a:xfrm>
          <a:prstGeom prst="rect">
            <a:avLst/>
          </a:prstGeom>
          <a:noFill/>
        </p:spPr>
        <p:txBody>
          <a:bodyPr wrap="square">
            <a:spAutoFit/>
          </a:bodyPr>
          <a:lstStyle/>
          <a:p>
            <a:pPr marL="0" indent="0" algn="ctr">
              <a:buNone/>
              <a:defRPr/>
            </a:pPr>
            <a:r>
              <a:rPr lang="en-IN" sz="3200" b="1">
                <a:solidFill>
                  <a:srgbClr val="FF0000"/>
                </a:solidFill>
              </a:rPr>
              <a:t>Types of Machine learning</a:t>
            </a:r>
            <a:endParaRPr/>
          </a:p>
          <a:p>
            <a:pPr marL="0" indent="0">
              <a:buNone/>
              <a:defRPr/>
            </a:pPr>
            <a:endParaRPr lang="en-IN" sz="1800" b="1"/>
          </a:p>
          <a:p>
            <a:pPr algn="just">
              <a:defRPr/>
            </a:pPr>
            <a:r>
              <a:rPr lang="en-IN" sz="2000" b="1">
                <a:solidFill>
                  <a:srgbClr val="FF0000"/>
                </a:solidFill>
              </a:rPr>
              <a:t>Supervised Learning: </a:t>
            </a:r>
            <a:endParaRPr/>
          </a:p>
          <a:p>
            <a:pPr marL="285750" indent="-285750" algn="just">
              <a:buFont typeface="Arial"/>
              <a:buChar char="•"/>
              <a:defRPr/>
            </a:pPr>
            <a:r>
              <a:rPr lang="en-IN" sz="2000"/>
              <a:t>Training a model on labelled data-set. </a:t>
            </a:r>
            <a:endParaRPr/>
          </a:p>
          <a:p>
            <a:pPr marL="285750" indent="-285750" algn="just">
              <a:buFont typeface="Arial"/>
              <a:buChar char="•"/>
              <a:defRPr/>
            </a:pPr>
            <a:r>
              <a:rPr lang="en-IN" sz="2000"/>
              <a:t>Labelled data-sets have both input and output parameters. </a:t>
            </a:r>
            <a:endParaRPr/>
          </a:p>
          <a:p>
            <a:pPr marL="285750" indent="-285750" algn="just">
              <a:buFont typeface="Arial"/>
              <a:buChar char="•"/>
              <a:defRPr/>
            </a:pPr>
            <a:r>
              <a:rPr lang="en-IN" sz="2000"/>
              <a:t>In Supervised learning, the algorithms learn to map points between inputs and correct outputs. </a:t>
            </a:r>
            <a:endParaRPr/>
          </a:p>
          <a:p>
            <a:pPr marL="285750" indent="-285750" algn="just">
              <a:buFont typeface="Arial"/>
              <a:buChar char="•"/>
              <a:defRPr/>
            </a:pPr>
            <a:r>
              <a:rPr lang="en-IN" sz="2000" b="1"/>
              <a:t>Examples: </a:t>
            </a:r>
            <a:r>
              <a:rPr lang="en-IN" sz="2000"/>
              <a:t>Classification (spam detection), Regression (calories burnt prediction).</a:t>
            </a:r>
            <a:endParaRPr/>
          </a:p>
          <a:p>
            <a:pPr marL="285750" indent="-285750" algn="just">
              <a:buFont typeface="Arial"/>
              <a:buChar char="•"/>
              <a:defRPr/>
            </a:pPr>
            <a:endParaRPr lang="en-IN" sz="2000"/>
          </a:p>
          <a:p>
            <a:pPr algn="just">
              <a:defRPr/>
            </a:pPr>
            <a:r>
              <a:rPr lang="en-IN" sz="2000" b="1">
                <a:solidFill>
                  <a:srgbClr val="FF0000"/>
                </a:solidFill>
              </a:rPr>
              <a:t>Unsupervised Learning: </a:t>
            </a:r>
            <a:endParaRPr/>
          </a:p>
          <a:p>
            <a:pPr marL="285750" indent="-285750" algn="just">
              <a:buFont typeface="Arial"/>
              <a:buChar char="•"/>
              <a:defRPr/>
            </a:pPr>
            <a:r>
              <a:rPr lang="en-IN" sz="2000"/>
              <a:t>Training a model on unlabelled data to identify patterns or structures. </a:t>
            </a:r>
            <a:endParaRPr/>
          </a:p>
          <a:p>
            <a:pPr marL="285750" indent="-285750" algn="just">
              <a:buFont typeface="Arial"/>
              <a:buChar char="•"/>
              <a:defRPr/>
            </a:pPr>
            <a:r>
              <a:rPr lang="en-IN" sz="2000"/>
              <a:t>The primary goal of unsupervised learning is to group or categories the unsorted dataset according to the similarities, patterns, and differences. </a:t>
            </a:r>
            <a:endParaRPr/>
          </a:p>
          <a:p>
            <a:pPr marL="285750" indent="-285750" algn="just">
              <a:buFont typeface="Arial"/>
              <a:buChar char="•"/>
              <a:defRPr/>
            </a:pPr>
            <a:r>
              <a:rPr lang="en-IN" sz="2000"/>
              <a:t>Machines are instructed to find the hidden patterns from the input dataset. </a:t>
            </a:r>
            <a:endParaRPr/>
          </a:p>
          <a:p>
            <a:pPr marL="285750" indent="-285750" algn="just">
              <a:buFont typeface="Arial"/>
              <a:buChar char="•"/>
              <a:defRPr/>
            </a:pPr>
            <a:r>
              <a:rPr lang="en-IN" sz="2000" b="1"/>
              <a:t>Examples: </a:t>
            </a:r>
            <a:r>
              <a:rPr lang="en-IN" sz="2000"/>
              <a:t>Clustering (customer segmentation), Association (market basket analysis)</a:t>
            </a:r>
            <a:endParaRPr/>
          </a:p>
          <a:p>
            <a:pPr algn="just">
              <a:defRPr/>
            </a:pPr>
            <a:endParaRPr lang="en-IN" sz="2000" b="1"/>
          </a:p>
          <a:p>
            <a:pPr algn="just">
              <a:defRPr/>
            </a:pPr>
            <a:r>
              <a:rPr lang="en-IN" sz="2000" b="1">
                <a:solidFill>
                  <a:srgbClr val="FF0000"/>
                </a:solidFill>
              </a:rPr>
              <a:t>Reinforcement Learning: </a:t>
            </a:r>
            <a:endParaRPr/>
          </a:p>
          <a:p>
            <a:pPr marL="285750" indent="-285750" algn="just">
              <a:buFont typeface="Arial"/>
              <a:buChar char="•"/>
              <a:defRPr/>
            </a:pPr>
            <a:r>
              <a:rPr lang="en-IN" sz="2000"/>
              <a:t>This works on a feedback based process, in which an AI agent automatically explore its surrounding by hitting and trail, taking action, learning from experiences, and improving its performance. </a:t>
            </a:r>
            <a:endParaRPr/>
          </a:p>
          <a:p>
            <a:pPr marL="285750" indent="-285750" algn="just">
              <a:buFont typeface="Arial"/>
              <a:buChar char="•"/>
              <a:defRPr/>
            </a:pPr>
            <a:r>
              <a:rPr lang="en-IN" sz="2000"/>
              <a:t>In this, there is no labelled data like supervised learning, and agents learn from their experiences only. </a:t>
            </a:r>
            <a:endParaRPr/>
          </a:p>
          <a:p>
            <a:pPr marL="285750" indent="-285750" algn="just">
              <a:buFont typeface="Arial"/>
              <a:buChar char="•"/>
              <a:defRPr/>
            </a:pPr>
            <a:r>
              <a:rPr lang="en-IN" sz="2000" b="1"/>
              <a:t>Example: </a:t>
            </a:r>
            <a:r>
              <a:rPr lang="en-IN" sz="2000"/>
              <a:t>Game playing (chess), Robotics.</a:t>
            </a:r>
            <a:endParaRPr lang="en-IN" sz="20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90905145" name="Picture 3"/>
          <p:cNvPicPr/>
          <p:nvPr/>
        </p:nvPicPr>
        <p:blipFill rotWithShape="1">
          <a:blip r:embed="rId3"/>
          <a:stretch/>
        </p:blipFill>
        <p:spPr bwMode="auto">
          <a:xfrm>
            <a:off x="11444537" y="146702"/>
            <a:ext cx="688680" cy="689040"/>
          </a:xfrm>
          <a:prstGeom prst="rect">
            <a:avLst/>
          </a:prstGeom>
          <a:ln w="0">
            <a:noFill/>
          </a:ln>
        </p:spPr>
      </p:pic>
      <p:pic>
        <p:nvPicPr>
          <p:cNvPr id="460083393" name="Picture 5"/>
          <p:cNvPicPr>
            <a:picLocks noChangeAspect="1"/>
          </p:cNvPicPr>
          <p:nvPr/>
        </p:nvPicPr>
        <p:blipFill rotWithShape="1">
          <a:blip r:embed="rId4"/>
          <a:stretch/>
        </p:blipFill>
        <p:spPr bwMode="auto">
          <a:xfrm>
            <a:off x="782592" y="1759973"/>
            <a:ext cx="9883364" cy="2277137"/>
          </a:xfrm>
          <a:prstGeom prst="rect">
            <a:avLst/>
          </a:prstGeom>
        </p:spPr>
      </p:pic>
      <p:sp>
        <p:nvSpPr>
          <p:cNvPr id="915927416" name="TextBox 6"/>
          <p:cNvSpPr txBox="1"/>
          <p:nvPr/>
        </p:nvSpPr>
        <p:spPr bwMode="auto">
          <a:xfrm>
            <a:off x="3352799" y="835742"/>
            <a:ext cx="5447071" cy="461665"/>
          </a:xfrm>
          <a:prstGeom prst="rect">
            <a:avLst/>
          </a:prstGeom>
          <a:noFill/>
        </p:spPr>
        <p:txBody>
          <a:bodyPr wrap="square" rtlCol="0">
            <a:spAutoFit/>
          </a:bodyPr>
          <a:lstStyle/>
          <a:p>
            <a:pPr algn="ctr">
              <a:defRPr/>
            </a:pPr>
            <a:r>
              <a:rPr lang="en-US" sz="2400" b="1"/>
              <a:t>SUPERVISED LEARNING</a:t>
            </a:r>
            <a:endParaRPr lang="en-IN" sz="2400" b="1"/>
          </a:p>
        </p:txBody>
      </p:sp>
      <p:sp>
        <p:nvSpPr>
          <p:cNvPr id="184065903" name="TextBox 7"/>
          <p:cNvSpPr txBox="1"/>
          <p:nvPr/>
        </p:nvSpPr>
        <p:spPr bwMode="auto">
          <a:xfrm>
            <a:off x="5191433" y="3805084"/>
            <a:ext cx="5474523" cy="400110"/>
          </a:xfrm>
          <a:prstGeom prst="rect">
            <a:avLst/>
          </a:prstGeom>
          <a:noFill/>
        </p:spPr>
        <p:txBody>
          <a:bodyPr wrap="square" rtlCol="0">
            <a:spAutoFit/>
          </a:bodyPr>
          <a:lstStyle/>
          <a:p>
            <a:pPr>
              <a:defRPr/>
            </a:pPr>
            <a:r>
              <a:rPr lang="en-US" sz="2000" b="1"/>
              <a:t>  3 GRAMS	   7 GRAMS	      4 GRAMS</a:t>
            </a:r>
            <a:endParaRPr lang="en-IN" sz="2000" b="1"/>
          </a:p>
        </p:txBody>
      </p:sp>
      <p:sp>
        <p:nvSpPr>
          <p:cNvPr id="1605501860" name="TextBox 2"/>
          <p:cNvSpPr txBox="1"/>
          <p:nvPr/>
        </p:nvSpPr>
        <p:spPr bwMode="auto">
          <a:xfrm>
            <a:off x="934065" y="4896465"/>
            <a:ext cx="3519947" cy="707886"/>
          </a:xfrm>
          <a:prstGeom prst="rect">
            <a:avLst/>
          </a:prstGeom>
          <a:noFill/>
        </p:spPr>
        <p:txBody>
          <a:bodyPr wrap="square" rtlCol="0">
            <a:spAutoFit/>
          </a:bodyPr>
          <a:lstStyle/>
          <a:p>
            <a:pPr>
              <a:defRPr/>
            </a:pPr>
            <a:r>
              <a:rPr lang="en-IN" sz="2000" b="1"/>
              <a:t>WEIGHT = FEATURE</a:t>
            </a:r>
            <a:endParaRPr/>
          </a:p>
          <a:p>
            <a:pPr>
              <a:defRPr/>
            </a:pPr>
            <a:r>
              <a:rPr lang="en-IN" sz="2000" b="1"/>
              <a:t>CURRENCY = LABEL</a:t>
            </a:r>
            <a:endParaRPr/>
          </a:p>
        </p:txBody>
      </p:sp>
      <p:sp>
        <p:nvSpPr>
          <p:cNvPr id="880202452" name="TextBox 4"/>
          <p:cNvSpPr txBox="1"/>
          <p:nvPr/>
        </p:nvSpPr>
        <p:spPr bwMode="auto">
          <a:xfrm>
            <a:off x="5653548" y="5043948"/>
            <a:ext cx="4611329" cy="461665"/>
          </a:xfrm>
          <a:prstGeom prst="rect">
            <a:avLst/>
          </a:prstGeom>
          <a:noFill/>
        </p:spPr>
        <p:txBody>
          <a:bodyPr wrap="square" rtlCol="0">
            <a:spAutoFit/>
          </a:bodyPr>
          <a:lstStyle/>
          <a:p>
            <a:pPr>
              <a:defRPr/>
            </a:pPr>
            <a:r>
              <a:rPr lang="en-IN" sz="2400" b="1"/>
              <a:t>3 GRAMS = 1 RUPEE COIN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996586254" name="Picture 3"/>
          <p:cNvPicPr/>
          <p:nvPr/>
        </p:nvPicPr>
        <p:blipFill rotWithShape="1">
          <a:blip r:embed="rId3"/>
          <a:stretch/>
        </p:blipFill>
        <p:spPr bwMode="auto">
          <a:xfrm>
            <a:off x="11238060" y="166366"/>
            <a:ext cx="688680" cy="689040"/>
          </a:xfrm>
          <a:prstGeom prst="rect">
            <a:avLst/>
          </a:prstGeom>
          <a:ln w="0">
            <a:noFill/>
          </a:ln>
        </p:spPr>
      </p:pic>
      <p:pic>
        <p:nvPicPr>
          <p:cNvPr id="643757862" name="Picture 2"/>
          <p:cNvPicPr>
            <a:picLocks noChangeAspect="1"/>
          </p:cNvPicPr>
          <p:nvPr/>
        </p:nvPicPr>
        <p:blipFill rotWithShape="1">
          <a:blip r:embed="rId4"/>
          <a:stretch/>
        </p:blipFill>
        <p:spPr bwMode="auto">
          <a:xfrm>
            <a:off x="816077" y="1636018"/>
            <a:ext cx="7354529" cy="3271932"/>
          </a:xfrm>
          <a:prstGeom prst="rect">
            <a:avLst/>
          </a:prstGeom>
        </p:spPr>
      </p:pic>
      <p:sp>
        <p:nvSpPr>
          <p:cNvPr id="2105739191" name="TextBox 4"/>
          <p:cNvSpPr txBox="1"/>
          <p:nvPr/>
        </p:nvSpPr>
        <p:spPr bwMode="auto">
          <a:xfrm>
            <a:off x="8386916" y="2841523"/>
            <a:ext cx="1887794" cy="523220"/>
          </a:xfrm>
          <a:prstGeom prst="rect">
            <a:avLst/>
          </a:prstGeom>
          <a:noFill/>
        </p:spPr>
        <p:txBody>
          <a:bodyPr wrap="square" rtlCol="0">
            <a:spAutoFit/>
          </a:bodyPr>
          <a:lstStyle/>
          <a:p>
            <a:pPr>
              <a:defRPr/>
            </a:pPr>
            <a:r>
              <a:rPr lang="en-IN" sz="2800" b="1"/>
              <a:t>1 RUPEE</a:t>
            </a:r>
            <a:endParaRPr/>
          </a:p>
        </p:txBody>
      </p:sp>
      <p:sp>
        <p:nvSpPr>
          <p:cNvPr id="1427037111" name="TextBox 5"/>
          <p:cNvSpPr txBox="1"/>
          <p:nvPr/>
        </p:nvSpPr>
        <p:spPr bwMode="auto">
          <a:xfrm>
            <a:off x="3048000" y="560439"/>
            <a:ext cx="4945626" cy="523220"/>
          </a:xfrm>
          <a:prstGeom prst="rect">
            <a:avLst/>
          </a:prstGeom>
          <a:noFill/>
        </p:spPr>
        <p:txBody>
          <a:bodyPr wrap="square" rtlCol="0">
            <a:spAutoFit/>
          </a:bodyPr>
          <a:lstStyle/>
          <a:p>
            <a:pPr algn="ctr">
              <a:defRPr/>
            </a:pPr>
            <a:r>
              <a:rPr lang="en-IN" sz="2800" b="1"/>
              <a:t>SUPERVISED LEARNING</a:t>
            </a:r>
            <a:endParaRPr/>
          </a:p>
        </p:txBody>
      </p:sp>
      <p:sp>
        <p:nvSpPr>
          <p:cNvPr id="680833428" name="TextBox 6"/>
          <p:cNvSpPr txBox="1"/>
          <p:nvPr/>
        </p:nvSpPr>
        <p:spPr bwMode="auto">
          <a:xfrm>
            <a:off x="3598606" y="5250426"/>
            <a:ext cx="4149213" cy="461665"/>
          </a:xfrm>
          <a:prstGeom prst="rect">
            <a:avLst/>
          </a:prstGeom>
          <a:noFill/>
        </p:spPr>
        <p:txBody>
          <a:bodyPr wrap="square" rtlCol="0">
            <a:spAutoFit/>
          </a:bodyPr>
          <a:lstStyle/>
          <a:p>
            <a:pPr algn="ctr">
              <a:defRPr/>
            </a:pPr>
            <a:r>
              <a:rPr lang="en-IN" sz="2400" b="1"/>
              <a:t>LABELED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677640052" name="Picture 3"/>
          <p:cNvPicPr/>
          <p:nvPr/>
        </p:nvPicPr>
        <p:blipFill rotWithShape="1">
          <a:blip r:embed="rId3"/>
          <a:stretch/>
        </p:blipFill>
        <p:spPr bwMode="auto">
          <a:xfrm>
            <a:off x="11444537" y="146702"/>
            <a:ext cx="688680" cy="689040"/>
          </a:xfrm>
          <a:prstGeom prst="rect">
            <a:avLst/>
          </a:prstGeom>
          <a:ln w="0">
            <a:noFill/>
          </a:ln>
        </p:spPr>
      </p:pic>
      <p:sp>
        <p:nvSpPr>
          <p:cNvPr id="528592913" name="TextBox 1"/>
          <p:cNvSpPr txBox="1"/>
          <p:nvPr/>
        </p:nvSpPr>
        <p:spPr bwMode="auto">
          <a:xfrm>
            <a:off x="2753032" y="648929"/>
            <a:ext cx="6086168" cy="523220"/>
          </a:xfrm>
          <a:prstGeom prst="rect">
            <a:avLst/>
          </a:prstGeom>
          <a:noFill/>
        </p:spPr>
        <p:txBody>
          <a:bodyPr wrap="square" rtlCol="0">
            <a:spAutoFit/>
          </a:bodyPr>
          <a:lstStyle/>
          <a:p>
            <a:pPr algn="ctr">
              <a:defRPr/>
            </a:pPr>
            <a:r>
              <a:rPr lang="en-IN" sz="2800" b="1"/>
              <a:t>UNSUPERVISED LEARNING</a:t>
            </a:r>
            <a:endParaRPr/>
          </a:p>
        </p:txBody>
      </p:sp>
      <p:pic>
        <p:nvPicPr>
          <p:cNvPr id="1825310216" name="Picture 4"/>
          <p:cNvPicPr>
            <a:picLocks noChangeAspect="1"/>
          </p:cNvPicPr>
          <p:nvPr/>
        </p:nvPicPr>
        <p:blipFill rotWithShape="1">
          <a:blip r:embed="rId4"/>
          <a:stretch/>
        </p:blipFill>
        <p:spPr bwMode="auto">
          <a:xfrm>
            <a:off x="993058" y="1435509"/>
            <a:ext cx="10166555" cy="3421625"/>
          </a:xfrm>
          <a:prstGeom prst="rect">
            <a:avLst/>
          </a:prstGeom>
        </p:spPr>
      </p:pic>
      <p:sp>
        <p:nvSpPr>
          <p:cNvPr id="1300075619" name="TextBox 5"/>
          <p:cNvSpPr txBox="1"/>
          <p:nvPr/>
        </p:nvSpPr>
        <p:spPr bwMode="auto">
          <a:xfrm>
            <a:off x="5181600" y="5397909"/>
            <a:ext cx="4748981" cy="461665"/>
          </a:xfrm>
          <a:prstGeom prst="rect">
            <a:avLst/>
          </a:prstGeom>
          <a:noFill/>
        </p:spPr>
        <p:txBody>
          <a:bodyPr wrap="square" rtlCol="0">
            <a:spAutoFit/>
          </a:bodyPr>
          <a:lstStyle/>
          <a:p>
            <a:pPr>
              <a:defRPr/>
            </a:pPr>
            <a:r>
              <a:rPr lang="en-IN" sz="2400" b="1"/>
              <a:t>NO LABELED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9600859" name="Picture 3"/>
          <p:cNvPicPr/>
          <p:nvPr/>
        </p:nvPicPr>
        <p:blipFill rotWithShape="1">
          <a:blip r:embed="rId3"/>
          <a:stretch/>
        </p:blipFill>
        <p:spPr bwMode="auto">
          <a:xfrm>
            <a:off x="11444537" y="146702"/>
            <a:ext cx="688680" cy="689040"/>
          </a:xfrm>
          <a:prstGeom prst="rect">
            <a:avLst/>
          </a:prstGeom>
          <a:ln w="0">
            <a:noFill/>
          </a:ln>
        </p:spPr>
      </p:pic>
      <p:sp>
        <p:nvSpPr>
          <p:cNvPr id="94154925" name="TextBox 1"/>
          <p:cNvSpPr txBox="1"/>
          <p:nvPr/>
        </p:nvSpPr>
        <p:spPr bwMode="auto">
          <a:xfrm>
            <a:off x="3480619" y="471948"/>
            <a:ext cx="5270091" cy="584775"/>
          </a:xfrm>
          <a:prstGeom prst="rect">
            <a:avLst/>
          </a:prstGeom>
          <a:noFill/>
        </p:spPr>
        <p:txBody>
          <a:bodyPr wrap="square" rtlCol="0">
            <a:spAutoFit/>
          </a:bodyPr>
          <a:lstStyle/>
          <a:p>
            <a:pPr algn="ctr">
              <a:defRPr/>
            </a:pPr>
            <a:r>
              <a:rPr lang="en-IN" sz="3200" b="1"/>
              <a:t>REINFORCEMENT LEARNING</a:t>
            </a:r>
            <a:endParaRPr/>
          </a:p>
        </p:txBody>
      </p:sp>
      <p:pic>
        <p:nvPicPr>
          <p:cNvPr id="704890351" name="Picture 4"/>
          <p:cNvPicPr>
            <a:picLocks noChangeAspect="1"/>
          </p:cNvPicPr>
          <p:nvPr/>
        </p:nvPicPr>
        <p:blipFill rotWithShape="1">
          <a:blip r:embed="rId4"/>
          <a:stretch/>
        </p:blipFill>
        <p:spPr bwMode="auto">
          <a:xfrm>
            <a:off x="1779638" y="1566037"/>
            <a:ext cx="9026013" cy="41760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19031473" name="Picture 1"/>
          <p:cNvPicPr/>
          <p:nvPr/>
        </p:nvPicPr>
        <p:blipFill rotWithShape="1">
          <a:blip r:embed="rId3"/>
          <a:stretch/>
        </p:blipFill>
        <p:spPr bwMode="auto">
          <a:xfrm>
            <a:off x="11444537" y="146702"/>
            <a:ext cx="688680" cy="689040"/>
          </a:xfrm>
          <a:prstGeom prst="rect">
            <a:avLst/>
          </a:prstGeom>
          <a:ln w="0">
            <a:noFill/>
          </a:ln>
        </p:spPr>
      </p:pic>
      <p:sp>
        <p:nvSpPr>
          <p:cNvPr id="564535853" name="TextBox 2"/>
          <p:cNvSpPr txBox="1"/>
          <p:nvPr/>
        </p:nvSpPr>
        <p:spPr bwMode="auto">
          <a:xfrm>
            <a:off x="1415845" y="1012723"/>
            <a:ext cx="8829368" cy="4216539"/>
          </a:xfrm>
          <a:prstGeom prst="rect">
            <a:avLst/>
          </a:prstGeom>
          <a:noFill/>
        </p:spPr>
        <p:txBody>
          <a:bodyPr wrap="square" rtlCol="0">
            <a:spAutoFit/>
          </a:bodyPr>
          <a:lstStyle/>
          <a:p>
            <a:pPr algn="ctr">
              <a:defRPr/>
            </a:pPr>
            <a:r>
              <a:rPr lang="en-IN" sz="2400" b="1"/>
              <a:t>APPLICATIONS OF MACHINE LEARNING</a:t>
            </a:r>
            <a:endParaRPr/>
          </a:p>
          <a:p>
            <a:pPr>
              <a:defRPr/>
            </a:pPr>
            <a:endParaRPr lang="en-IN" sz="2400" b="1"/>
          </a:p>
          <a:p>
            <a:pPr marL="342900" indent="-342900">
              <a:buFont typeface="Arial"/>
              <a:buChar char="•"/>
              <a:defRPr/>
            </a:pPr>
            <a:r>
              <a:rPr lang="en-IN" sz="2000"/>
              <a:t>Healthcare</a:t>
            </a:r>
            <a:endParaRPr/>
          </a:p>
          <a:p>
            <a:pPr marL="342900" indent="-342900">
              <a:buFont typeface="Arial"/>
              <a:buChar char="•"/>
              <a:defRPr/>
            </a:pPr>
            <a:r>
              <a:rPr lang="en-IN" sz="2000"/>
              <a:t>Sentiment analysis</a:t>
            </a:r>
            <a:endParaRPr/>
          </a:p>
          <a:p>
            <a:pPr marL="342900" indent="-342900">
              <a:buFont typeface="Arial"/>
              <a:buChar char="•"/>
              <a:defRPr/>
            </a:pPr>
            <a:r>
              <a:rPr lang="en-IN" sz="2000"/>
              <a:t>Fraud detection</a:t>
            </a:r>
            <a:endParaRPr/>
          </a:p>
          <a:p>
            <a:pPr marL="342900" indent="-342900">
              <a:buFont typeface="Arial"/>
              <a:buChar char="•"/>
              <a:defRPr/>
            </a:pPr>
            <a:r>
              <a:rPr lang="en-IN" sz="2000"/>
              <a:t>E-Commerce</a:t>
            </a:r>
            <a:endParaRPr/>
          </a:p>
          <a:p>
            <a:pPr marL="342900" indent="-342900">
              <a:buFont typeface="Arial"/>
              <a:buChar char="•"/>
              <a:defRPr/>
            </a:pPr>
            <a:r>
              <a:rPr lang="en-IN" sz="2000"/>
              <a:t>Image Recognition</a:t>
            </a:r>
            <a:endParaRPr/>
          </a:p>
          <a:p>
            <a:pPr marL="342900" indent="-342900">
              <a:buFont typeface="Arial"/>
              <a:buChar char="•"/>
              <a:defRPr/>
            </a:pPr>
            <a:r>
              <a:rPr lang="en-IN" sz="2000"/>
              <a:t>Speech Recognition</a:t>
            </a:r>
            <a:endParaRPr/>
          </a:p>
          <a:p>
            <a:pPr marL="342900" indent="-342900">
              <a:buFont typeface="Arial"/>
              <a:buChar char="•"/>
              <a:defRPr/>
            </a:pPr>
            <a:r>
              <a:rPr lang="en-IN" sz="2000"/>
              <a:t>Self Driving Cars</a:t>
            </a:r>
            <a:endParaRPr/>
          </a:p>
          <a:p>
            <a:pPr marL="342900" indent="-342900">
              <a:buFont typeface="Arial"/>
              <a:buChar char="•"/>
              <a:defRPr/>
            </a:pPr>
            <a:r>
              <a:rPr lang="en-IN" sz="2000"/>
              <a:t>Stock Market Trading</a:t>
            </a:r>
            <a:endParaRPr/>
          </a:p>
          <a:p>
            <a:pPr marL="342900" indent="-342900">
              <a:buFont typeface="Arial"/>
              <a:buChar char="•"/>
              <a:defRPr/>
            </a:pPr>
            <a:r>
              <a:rPr lang="en-IN" sz="2000"/>
              <a:t>Recommender Systems</a:t>
            </a:r>
            <a:endParaRPr/>
          </a:p>
          <a:p>
            <a:pPr marL="342900" indent="-342900">
              <a:buFont typeface="Arial"/>
              <a:buChar char="•"/>
              <a:defRPr/>
            </a:pPr>
            <a:r>
              <a:rPr lang="en-IN" sz="2000"/>
              <a:t>Agriculture and Crop Prediction</a:t>
            </a:r>
            <a:endParaRPr/>
          </a:p>
          <a:p>
            <a:pPr marL="342900" indent="-342900">
              <a:buFont typeface="Arial"/>
              <a:buChar char="•"/>
              <a:defRPr/>
            </a:pPr>
            <a:endParaRPr lang="en-IN"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140916346" name="Picture 1"/>
          <p:cNvPicPr/>
          <p:nvPr/>
        </p:nvPicPr>
        <p:blipFill rotWithShape="1">
          <a:blip r:embed="rId3"/>
          <a:stretch/>
        </p:blipFill>
        <p:spPr bwMode="auto">
          <a:xfrm>
            <a:off x="11444537" y="146702"/>
            <a:ext cx="688680" cy="689040"/>
          </a:xfrm>
          <a:prstGeom prst="rect">
            <a:avLst/>
          </a:prstGeom>
          <a:ln w="0">
            <a:noFill/>
          </a:ln>
        </p:spPr>
      </p:pic>
      <p:sp>
        <p:nvSpPr>
          <p:cNvPr id="1093546113" name="TextBox 2"/>
          <p:cNvSpPr txBox="1"/>
          <p:nvPr/>
        </p:nvSpPr>
        <p:spPr bwMode="auto">
          <a:xfrm>
            <a:off x="975359" y="838200"/>
            <a:ext cx="10469177" cy="3108543"/>
          </a:xfrm>
          <a:prstGeom prst="rect">
            <a:avLst/>
          </a:prstGeom>
          <a:noFill/>
        </p:spPr>
        <p:txBody>
          <a:bodyPr wrap="square" rtlCol="0">
            <a:spAutoFit/>
          </a:bodyPr>
          <a:lstStyle/>
          <a:p>
            <a:pPr algn="ctr">
              <a:defRPr/>
            </a:pPr>
            <a:r>
              <a:rPr lang="en-IN" sz="3600" b="1">
                <a:solidFill>
                  <a:srgbClr val="FF0000"/>
                </a:solidFill>
              </a:rPr>
              <a:t>Machine Learning Module</a:t>
            </a:r>
            <a:endParaRPr/>
          </a:p>
          <a:p>
            <a:pPr>
              <a:defRPr/>
            </a:pPr>
            <a:endParaRPr lang="en-IN" sz="2000"/>
          </a:p>
          <a:p>
            <a:pPr>
              <a:defRPr/>
            </a:pPr>
            <a:r>
              <a:rPr lang="en-IN" sz="2000" b="1">
                <a:solidFill>
                  <a:srgbClr val="FF0000"/>
                </a:solidFill>
              </a:rPr>
              <a:t>Scikit-learn</a:t>
            </a:r>
            <a:endParaRPr/>
          </a:p>
          <a:p>
            <a:pPr>
              <a:defRPr/>
            </a:pPr>
            <a:endParaRPr lang="en-IN" sz="2000" b="1"/>
          </a:p>
          <a:p>
            <a:pPr>
              <a:defRPr/>
            </a:pPr>
            <a:r>
              <a:rPr lang="en-IN" sz="2000" b="1"/>
              <a:t>Scikit-learn (sklearn) </a:t>
            </a:r>
            <a:r>
              <a:rPr lang="en-IN" sz="2000"/>
              <a:t>is a </a:t>
            </a:r>
            <a:r>
              <a:rPr lang="en-US" sz="2000"/>
              <a:t>a </a:t>
            </a:r>
            <a:r>
              <a:rPr lang="en-US" sz="2000" b="1"/>
              <a:t>powerful machine learning library</a:t>
            </a:r>
            <a:r>
              <a:rPr lang="en-US" sz="2000"/>
              <a:t> for Python. It provides tools for </a:t>
            </a:r>
            <a:r>
              <a:rPr lang="en-US" sz="2000" b="1"/>
              <a:t>classification, regression, clustering, dimensionality reduction, and model evaluation</a:t>
            </a:r>
            <a:r>
              <a:rPr lang="en-US" sz="2000"/>
              <a:t>.</a:t>
            </a:r>
            <a:endParaRPr/>
          </a:p>
          <a:p>
            <a:pPr>
              <a:defRPr/>
            </a:pPr>
            <a:endParaRPr lang="en-US" sz="2000" b="1"/>
          </a:p>
          <a:p>
            <a:pPr>
              <a:defRPr/>
            </a:pPr>
            <a:r>
              <a:rPr lang="en-US" sz="2000" b="1"/>
              <a:t>INSTALLATION</a:t>
            </a:r>
            <a:endParaRPr/>
          </a:p>
          <a:p>
            <a:pPr>
              <a:defRPr/>
            </a:pPr>
            <a:r>
              <a:rPr lang="en-IN" sz="2000"/>
              <a:t>pip install scikit-learn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440632678" name="Picture 3"/>
          <p:cNvPicPr/>
          <p:nvPr/>
        </p:nvPicPr>
        <p:blipFill rotWithShape="1">
          <a:blip r:embed="rId3"/>
          <a:stretch/>
        </p:blipFill>
        <p:spPr bwMode="auto">
          <a:xfrm>
            <a:off x="11503320" y="0"/>
            <a:ext cx="688680" cy="689040"/>
          </a:xfrm>
          <a:prstGeom prst="rect">
            <a:avLst/>
          </a:prstGeom>
          <a:ln w="0">
            <a:noFill/>
          </a:ln>
        </p:spPr>
      </p:pic>
      <p:sp>
        <p:nvSpPr>
          <p:cNvPr id="607133257" name="TextBox 4"/>
          <p:cNvSpPr txBox="1"/>
          <p:nvPr/>
        </p:nvSpPr>
        <p:spPr bwMode="auto">
          <a:xfrm>
            <a:off x="545432" y="417095"/>
            <a:ext cx="10397871" cy="2554545"/>
          </a:xfrm>
          <a:prstGeom prst="rect">
            <a:avLst/>
          </a:prstGeom>
          <a:noFill/>
        </p:spPr>
        <p:txBody>
          <a:bodyPr wrap="square">
            <a:spAutoFit/>
          </a:bodyPr>
          <a:lstStyle/>
          <a:p>
            <a:pPr marL="0" indent="0">
              <a:buNone/>
              <a:defRPr/>
            </a:pPr>
            <a:r>
              <a:rPr lang="en-IN" sz="2000" b="1">
                <a:solidFill>
                  <a:srgbClr val="FF0000"/>
                </a:solidFill>
              </a:rPr>
              <a:t>Supervised Learning Algorithms:</a:t>
            </a:r>
            <a:endParaRPr/>
          </a:p>
          <a:p>
            <a:pPr marL="342900" indent="-342900">
              <a:buFont typeface="Arial"/>
              <a:buChar char="•"/>
              <a:defRPr/>
            </a:pPr>
            <a:r>
              <a:rPr lang="en-IN" sz="2000"/>
              <a:t>K-Nearest Neighbours (KNN)</a:t>
            </a:r>
            <a:endParaRPr/>
          </a:p>
          <a:p>
            <a:pPr marL="342900" indent="-342900">
              <a:buFont typeface="Arial"/>
              <a:buChar char="•"/>
              <a:defRPr/>
            </a:pPr>
            <a:r>
              <a:rPr lang="en-IN" sz="2000"/>
              <a:t>Linear Regression</a:t>
            </a:r>
            <a:endParaRPr/>
          </a:p>
          <a:p>
            <a:pPr marL="342900" indent="-342900">
              <a:buFont typeface="Arial"/>
              <a:buChar char="•"/>
              <a:defRPr/>
            </a:pPr>
            <a:r>
              <a:rPr lang="en-IN" sz="2000"/>
              <a:t>Logistic Regression</a:t>
            </a:r>
            <a:endParaRPr/>
          </a:p>
          <a:p>
            <a:pPr marL="342900" indent="-342900">
              <a:buFont typeface="Arial"/>
              <a:buChar char="•"/>
              <a:defRPr/>
            </a:pPr>
            <a:r>
              <a:rPr lang="en-IN" sz="2000"/>
              <a:t>Decision Tree</a:t>
            </a:r>
            <a:endParaRPr/>
          </a:p>
          <a:p>
            <a:pPr marL="342900" indent="-342900">
              <a:buFont typeface="Arial"/>
              <a:buChar char="•"/>
              <a:defRPr/>
            </a:pPr>
            <a:r>
              <a:rPr lang="en-IN" sz="2000"/>
              <a:t>Random Forest</a:t>
            </a:r>
            <a:endParaRPr/>
          </a:p>
          <a:p>
            <a:pPr marL="342900" indent="-342900">
              <a:buFont typeface="Arial"/>
              <a:buChar char="•"/>
              <a:defRPr/>
            </a:pPr>
            <a:r>
              <a:rPr lang="en-IN" sz="2000"/>
              <a:t>Naïve Bayes</a:t>
            </a:r>
            <a:endParaRPr/>
          </a:p>
          <a:p>
            <a:pPr marL="342900" indent="-342900">
              <a:buFont typeface="Arial"/>
              <a:buChar char="•"/>
              <a:defRPr/>
            </a:pPr>
            <a:r>
              <a:rPr lang="en-IN" sz="2000"/>
              <a:t>Support Vector Machines (SVM)</a:t>
            </a:r>
            <a:endParaRPr/>
          </a:p>
        </p:txBody>
      </p:sp>
      <p:sp>
        <p:nvSpPr>
          <p:cNvPr id="2145446637" name="TextBox 2"/>
          <p:cNvSpPr txBox="1"/>
          <p:nvPr/>
        </p:nvSpPr>
        <p:spPr bwMode="auto">
          <a:xfrm>
            <a:off x="324465" y="3087329"/>
            <a:ext cx="8819535" cy="3170098"/>
          </a:xfrm>
          <a:prstGeom prst="rect">
            <a:avLst/>
          </a:prstGeom>
          <a:noFill/>
        </p:spPr>
        <p:txBody>
          <a:bodyPr wrap="square">
            <a:spAutoFit/>
          </a:bodyPr>
          <a:lstStyle/>
          <a:p>
            <a:pPr marL="0" indent="0">
              <a:buNone/>
              <a:defRPr/>
            </a:pPr>
            <a:r>
              <a:rPr lang="en-IN" sz="2000" b="1">
                <a:solidFill>
                  <a:srgbClr val="FF0000"/>
                </a:solidFill>
              </a:rPr>
              <a:t>Unsupervised Learning Algorithms:</a:t>
            </a:r>
            <a:endParaRPr/>
          </a:p>
          <a:p>
            <a:pPr>
              <a:defRPr/>
            </a:pPr>
            <a:r>
              <a:rPr lang="en-IN" sz="2000" b="1"/>
              <a:t>Clustering</a:t>
            </a:r>
            <a:endParaRPr/>
          </a:p>
          <a:p>
            <a:pPr marL="342900" indent="-342900">
              <a:buFont typeface="Arial"/>
              <a:buChar char="•"/>
              <a:defRPr/>
            </a:pPr>
            <a:r>
              <a:rPr lang="en-IN" sz="2000"/>
              <a:t>K-Means Clustering</a:t>
            </a:r>
            <a:endParaRPr/>
          </a:p>
          <a:p>
            <a:pPr marL="342900" indent="-342900">
              <a:buFont typeface="Arial"/>
              <a:buChar char="•"/>
              <a:defRPr/>
            </a:pPr>
            <a:endParaRPr lang="en-IN" sz="2000"/>
          </a:p>
          <a:p>
            <a:pPr>
              <a:defRPr/>
            </a:pPr>
            <a:r>
              <a:rPr lang="en-IN" sz="2000" b="1"/>
              <a:t>Dimensionality Reduction</a:t>
            </a:r>
            <a:endParaRPr/>
          </a:p>
          <a:p>
            <a:pPr marL="342900" indent="-342900">
              <a:buFont typeface="Arial"/>
              <a:buChar char="•"/>
              <a:defRPr/>
            </a:pPr>
            <a:r>
              <a:rPr lang="en-IN" sz="2000"/>
              <a:t>Principle Component Analysis</a:t>
            </a:r>
            <a:endParaRPr/>
          </a:p>
          <a:p>
            <a:pPr marL="342900" indent="-342900">
              <a:buFont typeface="Arial"/>
              <a:buChar char="•"/>
              <a:defRPr/>
            </a:pPr>
            <a:r>
              <a:rPr lang="en-IN" sz="2000"/>
              <a:t>Independent Component Analysis</a:t>
            </a:r>
            <a:endParaRPr/>
          </a:p>
          <a:p>
            <a:pPr marL="342900" indent="-342900">
              <a:buFont typeface="Arial"/>
              <a:buChar char="•"/>
              <a:defRPr/>
            </a:pPr>
            <a:endParaRPr lang="en-IN" sz="2000"/>
          </a:p>
          <a:p>
            <a:pPr>
              <a:defRPr/>
            </a:pPr>
            <a:r>
              <a:rPr lang="en-IN" sz="2000" b="1"/>
              <a:t>Association Rule Learning</a:t>
            </a:r>
            <a:endParaRPr/>
          </a:p>
          <a:p>
            <a:pPr marL="342900" indent="-342900">
              <a:buFont typeface="Arial"/>
              <a:buChar char="•"/>
              <a:defRPr/>
            </a:pPr>
            <a:r>
              <a:rPr lang="en-IN" sz="2000"/>
              <a:t>Apriori Algorithm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55770691" name="Picture 2"/>
          <p:cNvPicPr>
            <a:picLocks noChangeAspect="1"/>
          </p:cNvPicPr>
          <p:nvPr/>
        </p:nvPicPr>
        <p:blipFill rotWithShape="1">
          <a:blip r:embed="rId3"/>
          <a:stretch/>
        </p:blipFill>
        <p:spPr bwMode="auto">
          <a:xfrm>
            <a:off x="951563" y="1514168"/>
            <a:ext cx="5552148" cy="4320000"/>
          </a:xfrm>
          <a:prstGeom prst="rect">
            <a:avLst/>
          </a:prstGeom>
        </p:spPr>
      </p:pic>
      <p:sp>
        <p:nvSpPr>
          <p:cNvPr id="369102445" name="TextBox 3"/>
          <p:cNvSpPr txBox="1"/>
          <p:nvPr/>
        </p:nvSpPr>
        <p:spPr bwMode="auto">
          <a:xfrm>
            <a:off x="1066800" y="1310640"/>
            <a:ext cx="6277896" cy="400110"/>
          </a:xfrm>
          <a:prstGeom prst="rect">
            <a:avLst/>
          </a:prstGeom>
          <a:noFill/>
        </p:spPr>
        <p:txBody>
          <a:bodyPr wrap="square" rtlCol="0">
            <a:spAutoFit/>
          </a:bodyPr>
          <a:lstStyle/>
          <a:p>
            <a:pPr>
              <a:defRPr/>
            </a:pPr>
            <a:r>
              <a:rPr lang="en-US" sz="2000"/>
              <a:t>SUPPOSE PAUL IS LISTENING TO SONGS…</a:t>
            </a:r>
            <a:endParaRPr lang="en-IN" sz="2000"/>
          </a:p>
        </p:txBody>
      </p:sp>
      <p:sp>
        <p:nvSpPr>
          <p:cNvPr id="1094170635" name="TextBox 4"/>
          <p:cNvSpPr txBox="1"/>
          <p:nvPr/>
        </p:nvSpPr>
        <p:spPr bwMode="auto">
          <a:xfrm>
            <a:off x="6882582" y="3048000"/>
            <a:ext cx="4060722" cy="1323439"/>
          </a:xfrm>
          <a:prstGeom prst="rect">
            <a:avLst/>
          </a:prstGeom>
          <a:noFill/>
        </p:spPr>
        <p:txBody>
          <a:bodyPr wrap="square" rtlCol="0">
            <a:spAutoFit/>
          </a:bodyPr>
          <a:lstStyle/>
          <a:p>
            <a:pPr marL="342900" indent="-342900">
              <a:buFont typeface="Arial"/>
              <a:buChar char="•"/>
              <a:defRPr/>
            </a:pPr>
            <a:r>
              <a:rPr lang="en-US" sz="2000" b="1"/>
              <a:t>TEMPO</a:t>
            </a:r>
            <a:endParaRPr/>
          </a:p>
          <a:p>
            <a:pPr marL="342900" indent="-342900">
              <a:buFont typeface="Arial"/>
              <a:buChar char="•"/>
              <a:defRPr/>
            </a:pPr>
            <a:r>
              <a:rPr lang="en-US" sz="2000" b="1"/>
              <a:t>GENRE</a:t>
            </a:r>
            <a:endParaRPr/>
          </a:p>
          <a:p>
            <a:pPr marL="342900" indent="-342900">
              <a:buFont typeface="Arial"/>
              <a:buChar char="•"/>
              <a:defRPr/>
            </a:pPr>
            <a:r>
              <a:rPr lang="en-US" sz="2000" b="1"/>
              <a:t>INTENSITY</a:t>
            </a:r>
            <a:endParaRPr/>
          </a:p>
          <a:p>
            <a:pPr marL="342900" indent="-342900">
              <a:buFont typeface="Arial"/>
              <a:buChar char="•"/>
              <a:defRPr/>
            </a:pPr>
            <a:r>
              <a:rPr lang="en-US" sz="2000" b="1"/>
              <a:t>GENDER OF VOICE</a:t>
            </a:r>
            <a:endParaRPr lang="en-IN" sz="2000" b="1"/>
          </a:p>
        </p:txBody>
      </p:sp>
      <p:pic>
        <p:nvPicPr>
          <p:cNvPr id="600705279" name="Picture 5"/>
          <p:cNvPicPr/>
          <p:nvPr/>
        </p:nvPicPr>
        <p:blipFill rotWithShape="1">
          <a:blip r:embed="rId4"/>
          <a:stretch/>
        </p:blipFill>
        <p:spPr bwMode="auto">
          <a:xfrm>
            <a:off x="11353800" y="136329"/>
            <a:ext cx="688680" cy="689040"/>
          </a:xfrm>
          <a:prstGeom prst="rect">
            <a:avLst/>
          </a:prstGeom>
          <a:ln w="0">
            <a:noFill/>
          </a:ln>
        </p:spPr>
      </p:pic>
      <p:sp>
        <p:nvSpPr>
          <p:cNvPr id="1370289682" name="TextBox 1"/>
          <p:cNvSpPr txBox="1"/>
          <p:nvPr/>
        </p:nvSpPr>
        <p:spPr bwMode="auto">
          <a:xfrm>
            <a:off x="2499360" y="533400"/>
            <a:ext cx="6781800" cy="523220"/>
          </a:xfrm>
          <a:prstGeom prst="rect">
            <a:avLst/>
          </a:prstGeom>
          <a:noFill/>
        </p:spPr>
        <p:txBody>
          <a:bodyPr wrap="square" rtlCol="0">
            <a:spAutoFit/>
          </a:bodyPr>
          <a:lstStyle/>
          <a:p>
            <a:pPr algn="ctr">
              <a:defRPr/>
            </a:pPr>
            <a:r>
              <a:rPr lang="en-IN" sz="2800" b="1">
                <a:solidFill>
                  <a:srgbClr val="FF0000"/>
                </a:solidFill>
              </a:rPr>
              <a:t>K-NEAREST NEIGHBORS (KNN)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401074581" name="Picture 1"/>
          <p:cNvPicPr/>
          <p:nvPr/>
        </p:nvPicPr>
        <p:blipFill rotWithShape="1">
          <a:blip r:embed="rId3"/>
          <a:stretch/>
        </p:blipFill>
        <p:spPr bwMode="auto">
          <a:xfrm>
            <a:off x="11353800" y="136329"/>
            <a:ext cx="688680" cy="689040"/>
          </a:xfrm>
          <a:prstGeom prst="rect">
            <a:avLst/>
          </a:prstGeom>
          <a:ln w="0">
            <a:noFill/>
          </a:ln>
        </p:spPr>
      </p:pic>
      <p:pic>
        <p:nvPicPr>
          <p:cNvPr id="1530824609" name="Picture 3"/>
          <p:cNvPicPr>
            <a:picLocks noChangeAspect="1"/>
          </p:cNvPicPr>
          <p:nvPr/>
        </p:nvPicPr>
        <p:blipFill rotWithShape="1">
          <a:blip r:embed="rId4"/>
          <a:stretch/>
        </p:blipFill>
        <p:spPr bwMode="auto">
          <a:xfrm>
            <a:off x="2113935" y="957860"/>
            <a:ext cx="1605671" cy="4942280"/>
          </a:xfrm>
          <a:prstGeom prst="rect">
            <a:avLst/>
          </a:prstGeom>
        </p:spPr>
      </p:pic>
      <p:cxnSp>
        <p:nvCxnSpPr>
          <p:cNvPr id="1265659962" name="Straight Arrow Connector 5"/>
          <p:cNvCxnSpPr/>
          <p:nvPr/>
        </p:nvCxnSpPr>
        <p:spPr bwMode="auto">
          <a:xfrm flipV="1">
            <a:off x="5506065" y="2084439"/>
            <a:ext cx="0" cy="33528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501972234" name="Straight Arrow Connector 7"/>
          <p:cNvCxnSpPr/>
          <p:nvPr/>
        </p:nvCxnSpPr>
        <p:spPr bwMode="auto">
          <a:xfrm>
            <a:off x="5506065" y="5437239"/>
            <a:ext cx="4041058"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051014097" name="TextBox 11"/>
          <p:cNvSpPr txBox="1"/>
          <p:nvPr/>
        </p:nvSpPr>
        <p:spPr bwMode="auto">
          <a:xfrm>
            <a:off x="5191432" y="1917290"/>
            <a:ext cx="245806" cy="400110"/>
          </a:xfrm>
          <a:prstGeom prst="rect">
            <a:avLst/>
          </a:prstGeom>
          <a:noFill/>
        </p:spPr>
        <p:txBody>
          <a:bodyPr wrap="square" rtlCol="0">
            <a:spAutoFit/>
          </a:bodyPr>
          <a:lstStyle/>
          <a:p>
            <a:pPr>
              <a:defRPr/>
            </a:pPr>
            <a:r>
              <a:rPr lang="en-US" sz="2000" b="1"/>
              <a:t>Y</a:t>
            </a:r>
            <a:endParaRPr lang="en-IN" sz="2000" b="1"/>
          </a:p>
        </p:txBody>
      </p:sp>
      <p:sp>
        <p:nvSpPr>
          <p:cNvPr id="986679048" name="TextBox 12"/>
          <p:cNvSpPr txBox="1"/>
          <p:nvPr/>
        </p:nvSpPr>
        <p:spPr bwMode="auto">
          <a:xfrm>
            <a:off x="9399639" y="5437239"/>
            <a:ext cx="432619" cy="400110"/>
          </a:xfrm>
          <a:prstGeom prst="rect">
            <a:avLst/>
          </a:prstGeom>
          <a:noFill/>
        </p:spPr>
        <p:txBody>
          <a:bodyPr wrap="square" rtlCol="0">
            <a:spAutoFit/>
          </a:bodyPr>
          <a:lstStyle/>
          <a:p>
            <a:pPr>
              <a:defRPr/>
            </a:pPr>
            <a:r>
              <a:rPr lang="en-US" sz="2000" b="1"/>
              <a:t>X</a:t>
            </a:r>
            <a:endParaRPr lang="en-IN" sz="2000" b="1"/>
          </a:p>
        </p:txBody>
      </p:sp>
      <p:sp>
        <p:nvSpPr>
          <p:cNvPr id="1602302051" name="TextBox 13"/>
          <p:cNvSpPr txBox="1"/>
          <p:nvPr/>
        </p:nvSpPr>
        <p:spPr bwMode="auto">
          <a:xfrm>
            <a:off x="4119716" y="3618271"/>
            <a:ext cx="1317522" cy="400110"/>
          </a:xfrm>
          <a:prstGeom prst="rect">
            <a:avLst/>
          </a:prstGeom>
          <a:noFill/>
        </p:spPr>
        <p:txBody>
          <a:bodyPr wrap="square" rtlCol="0">
            <a:spAutoFit/>
          </a:bodyPr>
          <a:lstStyle/>
          <a:p>
            <a:pPr>
              <a:defRPr/>
            </a:pPr>
            <a:r>
              <a:rPr lang="en-US" sz="2000" b="1"/>
              <a:t>INTENSITY</a:t>
            </a:r>
            <a:endParaRPr lang="en-IN" sz="2000" b="1"/>
          </a:p>
        </p:txBody>
      </p:sp>
      <p:sp>
        <p:nvSpPr>
          <p:cNvPr id="1429358950" name="TextBox 14"/>
          <p:cNvSpPr txBox="1"/>
          <p:nvPr/>
        </p:nvSpPr>
        <p:spPr bwMode="auto">
          <a:xfrm>
            <a:off x="6843251" y="5692877"/>
            <a:ext cx="1248696" cy="400095"/>
          </a:xfrm>
          <a:prstGeom prst="rect">
            <a:avLst/>
          </a:prstGeom>
          <a:noFill/>
        </p:spPr>
        <p:txBody>
          <a:bodyPr wrap="square" rtlCol="0">
            <a:spAutoFit/>
          </a:bodyPr>
          <a:lstStyle/>
          <a:p>
            <a:pPr>
              <a:defRPr/>
            </a:pPr>
            <a:r>
              <a:rPr lang="en-US" sz="2000" b="1"/>
              <a:t>TEMPO</a:t>
            </a:r>
            <a:endParaRPr lang="en-IN" sz="2000" b="1"/>
          </a:p>
        </p:txBody>
      </p:sp>
      <p:sp>
        <p:nvSpPr>
          <p:cNvPr id="1562103327" name="TextBox 15"/>
          <p:cNvSpPr txBox="1"/>
          <p:nvPr/>
        </p:nvSpPr>
        <p:spPr bwMode="auto">
          <a:xfrm>
            <a:off x="4739148" y="5011475"/>
            <a:ext cx="698084" cy="307777"/>
          </a:xfrm>
          <a:prstGeom prst="rect">
            <a:avLst/>
          </a:prstGeom>
          <a:noFill/>
        </p:spPr>
        <p:txBody>
          <a:bodyPr wrap="square" rtlCol="0">
            <a:spAutoFit/>
          </a:bodyPr>
          <a:lstStyle/>
          <a:p>
            <a:pPr>
              <a:defRPr/>
            </a:pPr>
            <a:r>
              <a:rPr lang="en-US" sz="1400"/>
              <a:t>LIGHT</a:t>
            </a:r>
            <a:endParaRPr lang="en-IN" sz="1400"/>
          </a:p>
        </p:txBody>
      </p:sp>
      <p:sp>
        <p:nvSpPr>
          <p:cNvPr id="451276040" name="TextBox 16"/>
          <p:cNvSpPr txBox="1"/>
          <p:nvPr/>
        </p:nvSpPr>
        <p:spPr bwMode="auto">
          <a:xfrm>
            <a:off x="4562168" y="2317400"/>
            <a:ext cx="875065" cy="307777"/>
          </a:xfrm>
          <a:prstGeom prst="rect">
            <a:avLst/>
          </a:prstGeom>
          <a:noFill/>
        </p:spPr>
        <p:txBody>
          <a:bodyPr wrap="square" rtlCol="0">
            <a:spAutoFit/>
          </a:bodyPr>
          <a:lstStyle/>
          <a:p>
            <a:pPr>
              <a:defRPr/>
            </a:pPr>
            <a:r>
              <a:rPr lang="en-US" sz="1400"/>
              <a:t>SOARING</a:t>
            </a:r>
            <a:endParaRPr lang="en-IN" sz="1400"/>
          </a:p>
        </p:txBody>
      </p:sp>
      <p:sp>
        <p:nvSpPr>
          <p:cNvPr id="925830497" name="TextBox 17"/>
          <p:cNvSpPr txBox="1"/>
          <p:nvPr/>
        </p:nvSpPr>
        <p:spPr bwMode="auto">
          <a:xfrm>
            <a:off x="5506064" y="5525730"/>
            <a:ext cx="845575" cy="307776"/>
          </a:xfrm>
          <a:prstGeom prst="rect">
            <a:avLst/>
          </a:prstGeom>
          <a:noFill/>
        </p:spPr>
        <p:txBody>
          <a:bodyPr wrap="square" rtlCol="0">
            <a:spAutoFit/>
          </a:bodyPr>
          <a:lstStyle/>
          <a:p>
            <a:pPr>
              <a:defRPr/>
            </a:pPr>
            <a:r>
              <a:rPr lang="en-US" sz="1400"/>
              <a:t>RELAXED</a:t>
            </a:r>
            <a:endParaRPr lang="en-IN" sz="1400"/>
          </a:p>
        </p:txBody>
      </p:sp>
      <p:sp>
        <p:nvSpPr>
          <p:cNvPr id="356125287" name="TextBox 18"/>
          <p:cNvSpPr txBox="1"/>
          <p:nvPr/>
        </p:nvSpPr>
        <p:spPr bwMode="auto">
          <a:xfrm>
            <a:off x="8799871" y="5525730"/>
            <a:ext cx="599766" cy="307777"/>
          </a:xfrm>
          <a:prstGeom prst="rect">
            <a:avLst/>
          </a:prstGeom>
          <a:noFill/>
        </p:spPr>
        <p:txBody>
          <a:bodyPr wrap="square" rtlCol="0">
            <a:spAutoFit/>
          </a:bodyPr>
          <a:lstStyle/>
          <a:p>
            <a:pPr>
              <a:defRPr/>
            </a:pPr>
            <a:r>
              <a:rPr lang="en-US" sz="1400"/>
              <a:t>FAST</a:t>
            </a:r>
            <a:endParaRPr lang="en-IN" sz="1400"/>
          </a:p>
        </p:txBody>
      </p:sp>
      <p:sp>
        <p:nvSpPr>
          <p:cNvPr id="43930736" name="Oval 21"/>
          <p:cNvSpPr/>
          <p:nvPr/>
        </p:nvSpPr>
        <p:spPr bwMode="auto">
          <a:xfrm>
            <a:off x="7450395" y="2625177"/>
            <a:ext cx="189261"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412391410" name="Oval 22"/>
          <p:cNvSpPr/>
          <p:nvPr/>
        </p:nvSpPr>
        <p:spPr bwMode="auto">
          <a:xfrm flipH="1">
            <a:off x="7525351" y="2934839"/>
            <a:ext cx="189260"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034765253" name="Oval 23"/>
          <p:cNvSpPr/>
          <p:nvPr/>
        </p:nvSpPr>
        <p:spPr bwMode="auto">
          <a:xfrm flipV="1">
            <a:off x="7697423" y="2679202"/>
            <a:ext cx="189253"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953916135" name="Oval 26"/>
          <p:cNvSpPr/>
          <p:nvPr/>
        </p:nvSpPr>
        <p:spPr bwMode="auto">
          <a:xfrm>
            <a:off x="7197894" y="2841937"/>
            <a:ext cx="189261"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803253873" name="Oval 27"/>
          <p:cNvSpPr/>
          <p:nvPr/>
        </p:nvSpPr>
        <p:spPr bwMode="auto">
          <a:xfrm>
            <a:off x="7658085" y="3249000"/>
            <a:ext cx="189261"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2062652011" name="Oval 28"/>
          <p:cNvSpPr/>
          <p:nvPr/>
        </p:nvSpPr>
        <p:spPr bwMode="auto">
          <a:xfrm>
            <a:off x="7816472" y="2941182"/>
            <a:ext cx="189261"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366572207" name="Oval 29"/>
          <p:cNvSpPr/>
          <p:nvPr/>
        </p:nvSpPr>
        <p:spPr bwMode="auto">
          <a:xfrm>
            <a:off x="6068088" y="4596545"/>
            <a:ext cx="189261" cy="180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430564372" name="Oval 31"/>
          <p:cNvSpPr/>
          <p:nvPr/>
        </p:nvSpPr>
        <p:spPr bwMode="auto">
          <a:xfrm>
            <a:off x="6317853" y="4784392"/>
            <a:ext cx="189261" cy="180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805488781" name="Oval 32"/>
          <p:cNvSpPr/>
          <p:nvPr/>
        </p:nvSpPr>
        <p:spPr bwMode="auto">
          <a:xfrm>
            <a:off x="6383600" y="4416273"/>
            <a:ext cx="189261" cy="180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744933232" name="Oval 33"/>
          <p:cNvSpPr/>
          <p:nvPr/>
        </p:nvSpPr>
        <p:spPr bwMode="auto">
          <a:xfrm>
            <a:off x="6806443" y="4506273"/>
            <a:ext cx="189261" cy="180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750045426" name="Oval 34"/>
          <p:cNvSpPr/>
          <p:nvPr/>
        </p:nvSpPr>
        <p:spPr bwMode="auto">
          <a:xfrm>
            <a:off x="6653990" y="4198455"/>
            <a:ext cx="189261" cy="180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084997152" name="Oval 35"/>
          <p:cNvSpPr/>
          <p:nvPr/>
        </p:nvSpPr>
        <p:spPr bwMode="auto">
          <a:xfrm>
            <a:off x="9869739" y="1694567"/>
            <a:ext cx="189261" cy="18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241571154" name="Oval 36"/>
          <p:cNvSpPr/>
          <p:nvPr/>
        </p:nvSpPr>
        <p:spPr bwMode="auto">
          <a:xfrm>
            <a:off x="9869739" y="1995893"/>
            <a:ext cx="189261" cy="180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614794715" name="TextBox 37"/>
          <p:cNvSpPr txBox="1"/>
          <p:nvPr/>
        </p:nvSpPr>
        <p:spPr bwMode="auto">
          <a:xfrm>
            <a:off x="10028903" y="1573161"/>
            <a:ext cx="1495183" cy="707886"/>
          </a:xfrm>
          <a:prstGeom prst="rect">
            <a:avLst/>
          </a:prstGeom>
          <a:noFill/>
        </p:spPr>
        <p:txBody>
          <a:bodyPr wrap="square" rtlCol="0">
            <a:spAutoFit/>
          </a:bodyPr>
          <a:lstStyle/>
          <a:p>
            <a:pPr>
              <a:defRPr/>
            </a:pPr>
            <a:r>
              <a:rPr lang="en-US" sz="2000"/>
              <a:t>LIKE</a:t>
            </a:r>
            <a:endParaRPr/>
          </a:p>
          <a:p>
            <a:pPr>
              <a:defRPr/>
            </a:pPr>
            <a:r>
              <a:rPr lang="en-US" sz="2000"/>
              <a:t>DISLIKE</a:t>
            </a:r>
            <a:endParaRPr lang="en-IN" sz="2000"/>
          </a:p>
        </p:txBody>
      </p:sp>
      <p:pic>
        <p:nvPicPr>
          <p:cNvPr id="876391597" name="Picture 39"/>
          <p:cNvPicPr>
            <a:picLocks noChangeAspect="1"/>
          </p:cNvPicPr>
          <p:nvPr/>
        </p:nvPicPr>
        <p:blipFill rotWithShape="1">
          <a:blip r:embed="rId5"/>
          <a:stretch/>
        </p:blipFill>
        <p:spPr bwMode="auto">
          <a:xfrm>
            <a:off x="327476" y="565732"/>
            <a:ext cx="1386349" cy="1766916"/>
          </a:xfrm>
          <a:prstGeom prst="rect">
            <a:avLst/>
          </a:prstGeom>
        </p:spPr>
      </p:pic>
      <p:sp>
        <p:nvSpPr>
          <p:cNvPr id="1793658104" name="TextBox 40"/>
          <p:cNvSpPr txBox="1"/>
          <p:nvPr/>
        </p:nvSpPr>
        <p:spPr bwMode="auto">
          <a:xfrm>
            <a:off x="3719607" y="324470"/>
            <a:ext cx="2537738" cy="923330"/>
          </a:xfrm>
          <a:prstGeom prst="rect">
            <a:avLst/>
          </a:prstGeom>
          <a:noFill/>
        </p:spPr>
        <p:txBody>
          <a:bodyPr wrap="square" rtlCol="0">
            <a:spAutoFit/>
          </a:bodyPr>
          <a:lstStyle/>
          <a:p>
            <a:pPr>
              <a:defRPr/>
            </a:pPr>
            <a:r>
              <a:rPr lang="en-US" b="1"/>
              <a:t>SONG A</a:t>
            </a:r>
            <a:endParaRPr/>
          </a:p>
          <a:p>
            <a:pPr marL="285750" indent="-285750">
              <a:buFont typeface="Arial"/>
              <a:buChar char="•"/>
              <a:defRPr/>
            </a:pPr>
            <a:r>
              <a:rPr lang="en-US"/>
              <a:t>FAST TEMPO</a:t>
            </a:r>
            <a:endParaRPr/>
          </a:p>
          <a:p>
            <a:pPr marL="285750" indent="-285750">
              <a:buFont typeface="Arial"/>
              <a:buChar char="•"/>
              <a:defRPr/>
            </a:pPr>
            <a:r>
              <a:rPr lang="en-US"/>
              <a:t>SOARING INTENSITY</a:t>
            </a:r>
            <a:endParaRPr/>
          </a:p>
        </p:txBody>
      </p:sp>
      <p:sp>
        <p:nvSpPr>
          <p:cNvPr id="990140326" name="TextBox 41"/>
          <p:cNvSpPr txBox="1"/>
          <p:nvPr/>
        </p:nvSpPr>
        <p:spPr bwMode="auto">
          <a:xfrm>
            <a:off x="6995704" y="356802"/>
            <a:ext cx="2403934" cy="923330"/>
          </a:xfrm>
          <a:prstGeom prst="rect">
            <a:avLst/>
          </a:prstGeom>
          <a:noFill/>
        </p:spPr>
        <p:txBody>
          <a:bodyPr wrap="square" rtlCol="0">
            <a:spAutoFit/>
          </a:bodyPr>
          <a:lstStyle/>
          <a:p>
            <a:pPr>
              <a:defRPr/>
            </a:pPr>
            <a:r>
              <a:rPr lang="en-US" b="1"/>
              <a:t>SONG B</a:t>
            </a:r>
            <a:endParaRPr/>
          </a:p>
          <a:p>
            <a:pPr marL="285750" indent="-285750">
              <a:buFont typeface="Arial"/>
              <a:buChar char="•"/>
              <a:defRPr/>
            </a:pPr>
            <a:r>
              <a:rPr lang="en-US"/>
              <a:t>MEDIUM TEMPO</a:t>
            </a:r>
            <a:endParaRPr/>
          </a:p>
          <a:p>
            <a:pPr marL="285750" indent="-285750">
              <a:buFont typeface="Arial"/>
              <a:buChar char="•"/>
              <a:defRPr/>
            </a:pPr>
            <a:r>
              <a:rPr lang="en-US"/>
              <a:t>MEDIUM INTENSITY</a:t>
            </a:r>
            <a:endParaRPr lang="en-IN"/>
          </a:p>
        </p:txBody>
      </p:sp>
      <p:sp>
        <p:nvSpPr>
          <p:cNvPr id="194924321" name="Oval 42"/>
          <p:cNvSpPr/>
          <p:nvPr/>
        </p:nvSpPr>
        <p:spPr bwMode="auto">
          <a:xfrm flipH="1">
            <a:off x="8007684" y="2695372"/>
            <a:ext cx="18926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b="1"/>
              <a:t>A</a:t>
            </a:r>
            <a:endParaRPr lang="en-IN" b="1"/>
          </a:p>
        </p:txBody>
      </p:sp>
      <p:sp>
        <p:nvSpPr>
          <p:cNvPr id="1168807010" name="Oval 43"/>
          <p:cNvSpPr/>
          <p:nvPr/>
        </p:nvSpPr>
        <p:spPr bwMode="auto">
          <a:xfrm flipH="1">
            <a:off x="6995699" y="3572550"/>
            <a:ext cx="180000" cy="180000"/>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b="1"/>
              <a:t>B</a:t>
            </a:r>
            <a:endParaRPr lang="en-IN" b="1"/>
          </a:p>
        </p:txBody>
      </p:sp>
      <p:pic>
        <p:nvPicPr>
          <p:cNvPr id="1672500669" name="Ink 50"/>
          <p:cNvPicPr/>
          <p:nvPr/>
        </p:nvPicPr>
        <p:blipFill rotWithShape="1">
          <a:blip r:embed="rId6"/>
          <a:stretch/>
        </p:blipFill>
        <p:spPr bwMode="auto">
          <a:xfrm>
            <a:off x="-667822" y="1357428"/>
            <a:ext cx="18000" cy="18000"/>
          </a:xfrm>
          <a:prstGeom prst="rect">
            <a:avLst/>
          </a:prstGeom>
        </p:spPr>
      </p:pic>
      <p:pic>
        <p:nvPicPr>
          <p:cNvPr id="622713551" name="Ink 19"/>
          <p:cNvPicPr/>
          <p:nvPr/>
        </p:nvPicPr>
        <p:blipFill rotWithShape="1">
          <a:blip r:embed="rId7"/>
          <a:stretch/>
        </p:blipFill>
        <p:spPr bwMode="auto">
          <a:xfrm>
            <a:off x="7010501" y="2379828"/>
            <a:ext cx="1533600" cy="1249200"/>
          </a:xfrm>
          <a:prstGeom prst="rect">
            <a:avLst/>
          </a:prstGeom>
        </p:spPr>
      </p:pic>
      <p:pic>
        <p:nvPicPr>
          <p:cNvPr id="1606036966" name="Ink 20"/>
          <p:cNvPicPr/>
          <p:nvPr/>
        </p:nvPicPr>
        <p:blipFill rotWithShape="1">
          <a:blip r:embed="rId8"/>
          <a:stretch/>
        </p:blipFill>
        <p:spPr bwMode="auto">
          <a:xfrm>
            <a:off x="5840501" y="4089828"/>
            <a:ext cx="1573200" cy="1002600"/>
          </a:xfrm>
          <a:prstGeom prst="rect">
            <a:avLst/>
          </a:prstGeom>
        </p:spPr>
      </p:pic>
      <p:sp>
        <p:nvSpPr>
          <p:cNvPr id="139974121" name="Freeform: Shape 139974120"/>
          <p:cNvSpPr/>
          <p:nvPr/>
        </p:nvSpPr>
        <p:spPr bwMode="auto">
          <a:xfrm>
            <a:off x="7177124" y="2666999"/>
            <a:ext cx="174623" cy="444499"/>
          </a:xfrm>
          <a:custGeom>
            <a:avLst/>
            <a:gdLst/>
            <a:ahLst/>
            <a:cxnLst/>
            <a:rect l="l" t="t" r="r" b="b"/>
            <a:pathLst>
              <a:path w="43200" h="43200" fill="none" extrusionOk="0">
                <a:moveTo>
                  <a:pt x="31418" y="0"/>
                </a:moveTo>
                <a:cubicBezTo>
                  <a:pt x="15709" y="0"/>
                  <a:pt x="3927" y="0"/>
                  <a:pt x="0" y="7714"/>
                </a:cubicBezTo>
                <a:cubicBezTo>
                  <a:pt x="0" y="15428"/>
                  <a:pt x="0" y="20057"/>
                  <a:pt x="0" y="24685"/>
                </a:cubicBezTo>
                <a:cubicBezTo>
                  <a:pt x="0" y="29314"/>
                  <a:pt x="0" y="33942"/>
                  <a:pt x="7854" y="38571"/>
                </a:cubicBezTo>
                <a:cubicBezTo>
                  <a:pt x="15709" y="41657"/>
                  <a:pt x="27490" y="43200"/>
                  <a:pt x="39272" y="37028"/>
                </a:cubicBezTo>
                <a:cubicBezTo>
                  <a:pt x="43200" y="32399"/>
                  <a:pt x="43200" y="27771"/>
                  <a:pt x="43200" y="21600"/>
                </a:cubicBezTo>
                <a:cubicBezTo>
                  <a:pt x="43200" y="15428"/>
                  <a:pt x="43200" y="9257"/>
                  <a:pt x="43200" y="4628"/>
                </a:cubicBez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63902899" name="Freeform: Shape 63902898"/>
          <p:cNvSpPr/>
          <p:nvPr/>
        </p:nvSpPr>
        <p:spPr bwMode="auto">
          <a:xfrm>
            <a:off x="7621624" y="3143250"/>
            <a:ext cx="285750" cy="476249"/>
          </a:xfrm>
          <a:custGeom>
            <a:avLst/>
            <a:gdLst/>
            <a:ahLst/>
            <a:cxnLst/>
            <a:rect l="l" t="t" r="r" b="b"/>
            <a:pathLst>
              <a:path w="43200" h="43200" fill="none" extrusionOk="0">
                <a:moveTo>
                  <a:pt x="36000" y="4319"/>
                </a:moveTo>
                <a:cubicBezTo>
                  <a:pt x="26399" y="4319"/>
                  <a:pt x="19199" y="4319"/>
                  <a:pt x="12000" y="7200"/>
                </a:cubicBezTo>
                <a:cubicBezTo>
                  <a:pt x="4799" y="10080"/>
                  <a:pt x="0" y="17279"/>
                  <a:pt x="0" y="21600"/>
                </a:cubicBezTo>
                <a:cubicBezTo>
                  <a:pt x="0" y="25920"/>
                  <a:pt x="0" y="30239"/>
                  <a:pt x="0" y="34560"/>
                </a:cubicBezTo>
                <a:cubicBezTo>
                  <a:pt x="4799" y="40320"/>
                  <a:pt x="9599" y="43200"/>
                  <a:pt x="16799" y="43200"/>
                </a:cubicBezTo>
                <a:cubicBezTo>
                  <a:pt x="26399" y="43200"/>
                  <a:pt x="36000" y="37440"/>
                  <a:pt x="40799" y="34560"/>
                </a:cubicBezTo>
                <a:cubicBezTo>
                  <a:pt x="40799" y="30239"/>
                  <a:pt x="43200" y="25920"/>
                  <a:pt x="43200" y="21600"/>
                </a:cubicBezTo>
                <a:cubicBezTo>
                  <a:pt x="43200" y="17279"/>
                  <a:pt x="43200" y="12960"/>
                  <a:pt x="43200" y="8639"/>
                </a:cubicBezTo>
                <a:cubicBezTo>
                  <a:pt x="40799" y="4319"/>
                  <a:pt x="33600" y="0"/>
                  <a:pt x="26399" y="0"/>
                </a:cubicBezTo>
                <a:lnTo>
                  <a:pt x="19199" y="1439"/>
                </a:ln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779350296" name="Freeform: Shape 1779350295"/>
          <p:cNvSpPr/>
          <p:nvPr/>
        </p:nvSpPr>
        <p:spPr bwMode="auto">
          <a:xfrm>
            <a:off x="6415124" y="4111624"/>
            <a:ext cx="603249" cy="222249"/>
          </a:xfrm>
          <a:custGeom>
            <a:avLst/>
            <a:gdLst/>
            <a:ahLst/>
            <a:cxnLst/>
            <a:rect l="l" t="t" r="r" b="b"/>
            <a:pathLst>
              <a:path w="43200" h="43200" fill="none" extrusionOk="0">
                <a:moveTo>
                  <a:pt x="42063" y="15428"/>
                </a:moveTo>
                <a:cubicBezTo>
                  <a:pt x="34105" y="15428"/>
                  <a:pt x="19326" y="12342"/>
                  <a:pt x="7957" y="9257"/>
                </a:cubicBezTo>
                <a:cubicBezTo>
                  <a:pt x="3410" y="9257"/>
                  <a:pt x="0" y="9257"/>
                  <a:pt x="3410" y="24685"/>
                </a:cubicBezTo>
                <a:cubicBezTo>
                  <a:pt x="5684" y="30857"/>
                  <a:pt x="10231" y="37028"/>
                  <a:pt x="13642" y="40114"/>
                </a:cubicBezTo>
                <a:cubicBezTo>
                  <a:pt x="18189" y="43200"/>
                  <a:pt x="21600" y="43200"/>
                  <a:pt x="25010" y="43200"/>
                </a:cubicBezTo>
                <a:cubicBezTo>
                  <a:pt x="28421" y="43200"/>
                  <a:pt x="32968" y="43200"/>
                  <a:pt x="36378" y="40114"/>
                </a:cubicBezTo>
                <a:cubicBezTo>
                  <a:pt x="39789" y="37028"/>
                  <a:pt x="42063" y="27771"/>
                  <a:pt x="42063" y="18514"/>
                </a:cubicBezTo>
                <a:quadBezTo>
                  <a:pt x="43200" y="9257"/>
                  <a:pt x="43200" y="0"/>
                </a:quadBez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533925350" name="Freeform: Shape 533925349"/>
          <p:cNvSpPr/>
          <p:nvPr/>
        </p:nvSpPr>
        <p:spPr bwMode="auto">
          <a:xfrm>
            <a:off x="9590124" y="3016249"/>
            <a:ext cx="333374" cy="1174749"/>
          </a:xfrm>
          <a:custGeom>
            <a:avLst/>
            <a:gdLst/>
            <a:ahLst/>
            <a:cxnLst/>
            <a:rect l="l" t="t" r="r" b="b"/>
            <a:pathLst>
              <a:path w="43200" h="43200" fill="none" extrusionOk="0">
                <a:moveTo>
                  <a:pt x="0" y="0"/>
                </a:moveTo>
                <a:cubicBezTo>
                  <a:pt x="0" y="1751"/>
                  <a:pt x="8228" y="8172"/>
                  <a:pt x="16457" y="15762"/>
                </a:cubicBezTo>
                <a:cubicBezTo>
                  <a:pt x="24685" y="25102"/>
                  <a:pt x="34971" y="34443"/>
                  <a:pt x="41142" y="40864"/>
                </a:cubicBezTo>
                <a:lnTo>
                  <a:pt x="43200" y="43200"/>
                </a:ln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809789444" name="Freeform: Shape 1809789443"/>
          <p:cNvSpPr/>
          <p:nvPr/>
        </p:nvSpPr>
        <p:spPr bwMode="auto">
          <a:xfrm>
            <a:off x="9907624" y="3381374"/>
            <a:ext cx="301624" cy="476249"/>
          </a:xfrm>
          <a:custGeom>
            <a:avLst/>
            <a:gdLst/>
            <a:ahLst/>
            <a:cxnLst/>
            <a:rect l="l" t="t" r="r" b="b"/>
            <a:pathLst>
              <a:path w="43200" h="43200" fill="none" extrusionOk="0">
                <a:moveTo>
                  <a:pt x="18189" y="0"/>
                </a:moveTo>
                <a:cubicBezTo>
                  <a:pt x="18189" y="5759"/>
                  <a:pt x="18189" y="10080"/>
                  <a:pt x="18189" y="14400"/>
                </a:cubicBezTo>
                <a:cubicBezTo>
                  <a:pt x="13642" y="17280"/>
                  <a:pt x="11368" y="21599"/>
                  <a:pt x="9094" y="25919"/>
                </a:cubicBezTo>
                <a:cubicBezTo>
                  <a:pt x="4547" y="30240"/>
                  <a:pt x="0" y="33120"/>
                  <a:pt x="4547" y="35999"/>
                </a:cubicBezTo>
                <a:cubicBezTo>
                  <a:pt x="18189" y="35999"/>
                  <a:pt x="29557" y="37440"/>
                  <a:pt x="38652" y="40320"/>
                </a:cubicBezTo>
                <a:lnTo>
                  <a:pt x="43199" y="43200"/>
                </a:ln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743732884" name="Freeform: Shape 743732883"/>
          <p:cNvSpPr/>
          <p:nvPr/>
        </p:nvSpPr>
        <p:spPr bwMode="auto">
          <a:xfrm>
            <a:off x="10193374" y="3413124"/>
            <a:ext cx="158749" cy="79374"/>
          </a:xfrm>
          <a:custGeom>
            <a:avLst/>
            <a:gdLst/>
            <a:ahLst/>
            <a:cxnLst/>
            <a:rect l="l" t="t" r="r" b="b"/>
            <a:pathLst>
              <a:path w="43200" h="43200" fill="none" extrusionOk="0">
                <a:moveTo>
                  <a:pt x="0" y="43200"/>
                </a:moveTo>
                <a:cubicBezTo>
                  <a:pt x="21599" y="34559"/>
                  <a:pt x="30239" y="8640"/>
                  <a:pt x="43200" y="0"/>
                </a:cubicBez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867648398" name="Freeform: Shape 867648397"/>
          <p:cNvSpPr/>
          <p:nvPr/>
        </p:nvSpPr>
        <p:spPr bwMode="auto">
          <a:xfrm>
            <a:off x="10320374" y="3413124"/>
            <a:ext cx="95249" cy="222249"/>
          </a:xfrm>
          <a:custGeom>
            <a:avLst/>
            <a:gdLst/>
            <a:ahLst/>
            <a:cxnLst/>
            <a:rect l="l" t="t" r="r" b="b"/>
            <a:pathLst>
              <a:path w="43200" h="43200" fill="none" extrusionOk="0">
                <a:moveTo>
                  <a:pt x="0" y="43200"/>
                </a:moveTo>
                <a:cubicBezTo>
                  <a:pt x="0" y="30857"/>
                  <a:pt x="14400" y="18514"/>
                  <a:pt x="28800" y="9257"/>
                </a:cubicBezTo>
                <a:lnTo>
                  <a:pt x="43200" y="0"/>
                </a:ln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770106608" name="Freeform: Shape 1770106607"/>
          <p:cNvSpPr/>
          <p:nvPr/>
        </p:nvSpPr>
        <p:spPr bwMode="auto">
          <a:xfrm>
            <a:off x="10494999" y="3174999"/>
            <a:ext cx="888999" cy="746124"/>
          </a:xfrm>
          <a:custGeom>
            <a:avLst/>
            <a:gdLst/>
            <a:ahLst/>
            <a:cxnLst/>
            <a:rect l="l" t="t" r="r" b="b"/>
            <a:pathLst>
              <a:path w="43200" h="43200" fill="none" extrusionOk="0">
                <a:moveTo>
                  <a:pt x="0" y="2757"/>
                </a:moveTo>
                <a:cubicBezTo>
                  <a:pt x="1542" y="0"/>
                  <a:pt x="3857" y="0"/>
                  <a:pt x="6942" y="0"/>
                </a:cubicBezTo>
                <a:cubicBezTo>
                  <a:pt x="9257" y="1838"/>
                  <a:pt x="9257" y="5514"/>
                  <a:pt x="9257" y="9191"/>
                </a:cubicBezTo>
                <a:cubicBezTo>
                  <a:pt x="9257" y="11948"/>
                  <a:pt x="8485" y="15625"/>
                  <a:pt x="7714" y="18382"/>
                </a:cubicBezTo>
                <a:cubicBezTo>
                  <a:pt x="11571" y="18382"/>
                  <a:pt x="16971" y="14706"/>
                  <a:pt x="23914" y="13787"/>
                </a:cubicBezTo>
                <a:cubicBezTo>
                  <a:pt x="33171" y="13787"/>
                  <a:pt x="38571" y="13787"/>
                  <a:pt x="40885" y="14706"/>
                </a:cubicBezTo>
                <a:cubicBezTo>
                  <a:pt x="42428" y="17463"/>
                  <a:pt x="43200" y="22059"/>
                  <a:pt x="43200" y="26655"/>
                </a:cubicBezTo>
                <a:cubicBezTo>
                  <a:pt x="41657" y="30331"/>
                  <a:pt x="39342" y="34008"/>
                  <a:pt x="37799" y="35846"/>
                </a:cubicBezTo>
                <a:cubicBezTo>
                  <a:pt x="36257" y="37685"/>
                  <a:pt x="33171" y="41361"/>
                  <a:pt x="29314" y="43199"/>
                </a:cubicBezTo>
                <a:cubicBezTo>
                  <a:pt x="26228" y="43199"/>
                  <a:pt x="23914" y="43199"/>
                  <a:pt x="21600" y="43199"/>
                </a:cubicBezTo>
                <a:lnTo>
                  <a:pt x="19285" y="43199"/>
                </a:lnTo>
              </a:path>
            </a:pathLst>
          </a:custGeom>
          <a:noFill/>
          <a:ln w="36000">
            <a:solidFill>
              <a:srgbClr val="D4323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677306786" name="Picture 3"/>
          <p:cNvPicPr/>
          <p:nvPr/>
        </p:nvPicPr>
        <p:blipFill rotWithShape="1">
          <a:blip r:embed="rId3"/>
          <a:stretch/>
        </p:blipFill>
        <p:spPr bwMode="auto">
          <a:xfrm>
            <a:off x="11503320" y="0"/>
            <a:ext cx="688680" cy="689040"/>
          </a:xfrm>
          <a:prstGeom prst="rect">
            <a:avLst/>
          </a:prstGeom>
          <a:ln w="0">
            <a:noFill/>
          </a:ln>
        </p:spPr>
      </p:pic>
      <p:sp>
        <p:nvSpPr>
          <p:cNvPr id="637310994" name="TextBox 5"/>
          <p:cNvSpPr txBox="1"/>
          <p:nvPr/>
        </p:nvSpPr>
        <p:spPr bwMode="auto">
          <a:xfrm>
            <a:off x="365760" y="213360"/>
            <a:ext cx="11137560" cy="6555641"/>
          </a:xfrm>
          <a:prstGeom prst="rect">
            <a:avLst/>
          </a:prstGeom>
          <a:noFill/>
        </p:spPr>
        <p:txBody>
          <a:bodyPr wrap="square">
            <a:spAutoFit/>
          </a:bodyPr>
          <a:lstStyle/>
          <a:p>
            <a:pPr marL="342900" indent="-342900">
              <a:buFont typeface="Arial"/>
              <a:buChar char="•"/>
              <a:defRPr/>
            </a:pPr>
            <a:r>
              <a:rPr lang="en-US" sz="2000" b="0" i="0">
                <a:solidFill>
                  <a:srgbClr val="273239"/>
                </a:solidFill>
              </a:rPr>
              <a:t>K-Nearest Neighbors (KNN) is a simple way to classify things by looking at what’s nearby. </a:t>
            </a:r>
            <a:endParaRPr/>
          </a:p>
          <a:p>
            <a:pPr marL="342900" indent="-342900">
              <a:buFont typeface="Arial"/>
              <a:buChar char="•"/>
              <a:defRPr/>
            </a:pPr>
            <a:r>
              <a:rPr lang="en-US" sz="2000" b="0" i="0">
                <a:solidFill>
                  <a:srgbClr val="273239"/>
                </a:solidFill>
              </a:rPr>
              <a:t>K-Nearest Neighbors is also called as a </a:t>
            </a:r>
            <a:r>
              <a:rPr lang="en-US" sz="2000" b="1" i="0">
                <a:solidFill>
                  <a:srgbClr val="273239"/>
                </a:solidFill>
              </a:rPr>
              <a:t>lazy learner algorithm</a:t>
            </a:r>
            <a:r>
              <a:rPr lang="en-US" sz="2000" b="0" i="0">
                <a:solidFill>
                  <a:srgbClr val="273239"/>
                </a:solidFill>
              </a:rPr>
              <a:t> because it does not learn from the training set immediately instead it stores the dataset and at the time of classification it performs an action on the dataset.</a:t>
            </a:r>
            <a:endParaRPr/>
          </a:p>
          <a:p>
            <a:pPr marL="342900" indent="-342900">
              <a:buFont typeface="Arial"/>
              <a:buChar char="•"/>
              <a:defRPr/>
            </a:pPr>
            <a:endParaRPr lang="en-US" sz="2000">
              <a:solidFill>
                <a:srgbClr val="273239"/>
              </a:solidFill>
            </a:endParaRPr>
          </a:p>
          <a:p>
            <a:pPr>
              <a:defRPr/>
            </a:pPr>
            <a:r>
              <a:rPr lang="en-US" sz="2000" b="1">
                <a:solidFill>
                  <a:srgbClr val="273239"/>
                </a:solidFill>
              </a:rPr>
              <a:t>Working</a:t>
            </a:r>
            <a:endParaRPr/>
          </a:p>
          <a:p>
            <a:pPr algn="l">
              <a:defRPr/>
            </a:pPr>
            <a:r>
              <a:rPr lang="en-US" sz="2000" b="1" i="0">
                <a:solidFill>
                  <a:srgbClr val="273239"/>
                </a:solidFill>
              </a:rPr>
              <a:t>Step 1: Selecting the optimal value of K</a:t>
            </a:r>
            <a:endParaRPr/>
          </a:p>
          <a:p>
            <a:pPr marL="342900" indent="-342900" algn="l">
              <a:buFont typeface="Arial"/>
              <a:buChar char="•"/>
              <a:defRPr/>
            </a:pPr>
            <a:r>
              <a:rPr lang="en-US" sz="2000" b="0" i="0">
                <a:solidFill>
                  <a:srgbClr val="273239"/>
                </a:solidFill>
              </a:rPr>
              <a:t>K represents the number of nearest neighbors that needs to be considered while making prediction.</a:t>
            </a:r>
            <a:endParaRPr/>
          </a:p>
          <a:p>
            <a:pPr algn="l">
              <a:defRPr/>
            </a:pPr>
            <a:r>
              <a:rPr lang="en-US" sz="2000" b="1" i="0">
                <a:solidFill>
                  <a:srgbClr val="273239"/>
                </a:solidFill>
              </a:rPr>
              <a:t>Step 2: Calculating distance</a:t>
            </a:r>
            <a:endParaRPr/>
          </a:p>
          <a:p>
            <a:pPr marL="342900" indent="-342900" algn="l">
              <a:buFont typeface="Arial"/>
              <a:buChar char="•"/>
              <a:defRPr/>
            </a:pPr>
            <a:r>
              <a:rPr lang="en-US" sz="2000" b="0" i="0">
                <a:solidFill>
                  <a:srgbClr val="273239"/>
                </a:solidFill>
              </a:rPr>
              <a:t>To measure the similarity between target and training data points Euclidean distance is used. Distance is calculated between data points in the dataset and target point.</a:t>
            </a:r>
            <a:endParaRPr/>
          </a:p>
          <a:p>
            <a:pPr algn="l">
              <a:defRPr/>
            </a:pPr>
            <a:r>
              <a:rPr lang="en-US" sz="2000" b="1" i="0">
                <a:solidFill>
                  <a:srgbClr val="273239"/>
                </a:solidFill>
              </a:rPr>
              <a:t>Step 3: Finding Nearest Neighbors</a:t>
            </a:r>
            <a:endParaRPr/>
          </a:p>
          <a:p>
            <a:pPr marL="342900" indent="-342900" algn="l">
              <a:buFont typeface="Arial"/>
              <a:buChar char="•"/>
              <a:defRPr/>
            </a:pPr>
            <a:r>
              <a:rPr lang="en-US" sz="2000" b="0" i="0">
                <a:solidFill>
                  <a:srgbClr val="273239"/>
                </a:solidFill>
              </a:rPr>
              <a:t>The k data points with the smallest distances to the target point are nearest neighbors.</a:t>
            </a:r>
            <a:endParaRPr/>
          </a:p>
          <a:p>
            <a:pPr algn="l">
              <a:defRPr/>
            </a:pPr>
            <a:r>
              <a:rPr lang="en-US" sz="2000" b="1" i="0">
                <a:solidFill>
                  <a:srgbClr val="273239"/>
                </a:solidFill>
              </a:rPr>
              <a:t>Step 4: Voting for Classification or Taking Average for Regression</a:t>
            </a:r>
            <a:endParaRPr/>
          </a:p>
          <a:p>
            <a:pPr marL="342900" indent="-342900" algn="l">
              <a:buFont typeface="Arial"/>
              <a:buChar char="•"/>
              <a:defRPr/>
            </a:pPr>
            <a:r>
              <a:rPr lang="en-US" sz="2000" b="0" i="0">
                <a:solidFill>
                  <a:srgbClr val="273239"/>
                </a:solidFill>
              </a:rPr>
              <a:t>When you want to classify a data point into a category (like spam or not spam), the K-NN algorithm looks at the </a:t>
            </a:r>
            <a:r>
              <a:rPr lang="en-US" sz="2000" b="1" i="0">
                <a:solidFill>
                  <a:srgbClr val="273239"/>
                </a:solidFill>
              </a:rPr>
              <a:t>K closest points</a:t>
            </a:r>
            <a:r>
              <a:rPr lang="en-US" sz="2000" b="0" i="0">
                <a:solidFill>
                  <a:srgbClr val="273239"/>
                </a:solidFill>
              </a:rPr>
              <a:t> in the dataset. These closest points are called neighbors. The algorithm then looks at which category the neighbors belong to and picks the one that appears the most. This is called </a:t>
            </a:r>
            <a:r>
              <a:rPr lang="en-US" sz="2000" b="1" i="0">
                <a:solidFill>
                  <a:srgbClr val="273239"/>
                </a:solidFill>
              </a:rPr>
              <a:t>majority voting</a:t>
            </a:r>
            <a:r>
              <a:rPr lang="en-US" sz="2000" b="0" i="0">
                <a:solidFill>
                  <a:srgbClr val="273239"/>
                </a:solidFill>
              </a:rPr>
              <a:t>.</a:t>
            </a:r>
            <a:endParaRPr/>
          </a:p>
          <a:p>
            <a:pPr marL="342900" indent="-342900" algn="l">
              <a:buFont typeface="Arial"/>
              <a:buChar char="•"/>
              <a:defRPr/>
            </a:pPr>
            <a:r>
              <a:rPr lang="en-US" sz="2000" b="0" i="0">
                <a:solidFill>
                  <a:srgbClr val="273239"/>
                </a:solidFill>
              </a:rPr>
              <a:t>In regression, the algorithm still looks for the </a:t>
            </a:r>
            <a:r>
              <a:rPr lang="en-US" sz="2000" b="1" i="0">
                <a:solidFill>
                  <a:srgbClr val="273239"/>
                </a:solidFill>
              </a:rPr>
              <a:t>K closest points</a:t>
            </a:r>
            <a:r>
              <a:rPr lang="en-US" sz="2000" b="0" i="0">
                <a:solidFill>
                  <a:srgbClr val="273239"/>
                </a:solidFill>
              </a:rPr>
              <a:t>. But instead of voting for a class in classification, it takes the </a:t>
            </a:r>
            <a:r>
              <a:rPr lang="en-US" sz="2000" b="1" i="0">
                <a:solidFill>
                  <a:srgbClr val="273239"/>
                </a:solidFill>
              </a:rPr>
              <a:t>average</a:t>
            </a:r>
            <a:r>
              <a:rPr lang="en-US" sz="2000" b="0" i="0">
                <a:solidFill>
                  <a:srgbClr val="273239"/>
                </a:solidFill>
              </a:rPr>
              <a:t> of the values of those K neighbors. This average is the predicted value for the new point for the algorithm.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82433095" name="Picture 3"/>
          <p:cNvPicPr/>
          <p:nvPr/>
        </p:nvPicPr>
        <p:blipFill rotWithShape="1">
          <a:blip r:embed="rId3"/>
          <a:stretch/>
        </p:blipFill>
        <p:spPr bwMode="auto">
          <a:xfrm>
            <a:off x="11503320" y="0"/>
            <a:ext cx="688680" cy="689040"/>
          </a:xfrm>
          <a:prstGeom prst="rect">
            <a:avLst/>
          </a:prstGeom>
          <a:ln w="0">
            <a:noFill/>
          </a:ln>
        </p:spPr>
      </p:pic>
      <p:sp>
        <p:nvSpPr>
          <p:cNvPr id="287173953" name="TextBox 1"/>
          <p:cNvSpPr txBox="1"/>
          <p:nvPr/>
        </p:nvSpPr>
        <p:spPr bwMode="auto">
          <a:xfrm>
            <a:off x="152400" y="0"/>
            <a:ext cx="11350920" cy="6970097"/>
          </a:xfrm>
          <a:prstGeom prst="rect">
            <a:avLst/>
          </a:prstGeom>
          <a:noFill/>
        </p:spPr>
        <p:txBody>
          <a:bodyPr wrap="square" rtlCol="0">
            <a:spAutoFit/>
          </a:bodyPr>
          <a:lstStyle/>
          <a:p>
            <a:pPr>
              <a:defRPr/>
            </a:pPr>
            <a:r>
              <a:rPr lang="en-IN" sz="2000" b="1"/>
              <a:t>Example</a:t>
            </a:r>
            <a:endParaRPr/>
          </a:p>
          <a:p>
            <a:pPr>
              <a:defRPr/>
            </a:pPr>
            <a:r>
              <a:rPr lang="en-IN" sz="2000"/>
              <a:t>import pandas as pd</a:t>
            </a:r>
            <a:endParaRPr/>
          </a:p>
          <a:p>
            <a:pPr>
              <a:defRPr/>
            </a:pPr>
            <a:r>
              <a:rPr lang="en-US" sz="2000"/>
              <a:t>from sklearn.model_selection import train_test_split</a:t>
            </a:r>
          </a:p>
          <a:p>
            <a:pPr>
              <a:defRPr/>
            </a:pPr>
            <a:r>
              <a:rPr lang="en-US" sz="2000"/>
              <a:t>from sklearn.preprocessing import LabelEncoder</a:t>
            </a:r>
          </a:p>
          <a:p>
            <a:pPr>
              <a:defRPr/>
            </a:pPr>
            <a:r>
              <a:rPr lang="en-US" sz="2000"/>
              <a:t>from sklearn.neighbors import KNeighborsClassifier</a:t>
            </a:r>
            <a:endParaRPr lang="en-IN" sz="2000"/>
          </a:p>
          <a:p>
            <a:pPr>
              <a:defRPr/>
            </a:pPr>
            <a:endParaRPr lang="en-IN" sz="2000"/>
          </a:p>
          <a:p>
            <a:pPr>
              <a:defRPr/>
            </a:pPr>
            <a:r>
              <a:rPr lang="en-IN" sz="2000"/>
              <a:t># Load the dataset</a:t>
            </a:r>
            <a:endParaRPr/>
          </a:p>
          <a:p>
            <a:pPr>
              <a:defRPr/>
            </a:pPr>
            <a:r>
              <a:rPr lang="en-IN" sz="2000"/>
              <a:t>df = pd.read_csv("iris.csv")</a:t>
            </a:r>
            <a:endParaRPr/>
          </a:p>
          <a:p>
            <a:pPr>
              <a:defRPr/>
            </a:pPr>
            <a:endParaRPr lang="en-IN" sz="2000"/>
          </a:p>
          <a:p>
            <a:pPr>
              <a:defRPr/>
            </a:pPr>
            <a:r>
              <a:rPr lang="en-IN" sz="2000"/>
              <a:t># Display first 5 rows</a:t>
            </a:r>
            <a:endParaRPr/>
          </a:p>
          <a:p>
            <a:pPr>
              <a:defRPr/>
            </a:pPr>
            <a:r>
              <a:rPr lang="en-IN" sz="2000"/>
              <a:t>print(df.head())</a:t>
            </a:r>
            <a:endParaRPr/>
          </a:p>
          <a:p>
            <a:pPr>
              <a:defRPr/>
            </a:pPr>
            <a:endParaRPr lang="en-IN" sz="2000"/>
          </a:p>
          <a:p>
            <a:pPr>
              <a:defRPr/>
            </a:pPr>
            <a:r>
              <a:rPr lang="en-US" sz="2000"/>
              <a:t>print(df.describe())  # Summary statistics</a:t>
            </a:r>
            <a:endParaRPr/>
          </a:p>
          <a:p>
            <a:pPr>
              <a:defRPr/>
            </a:pPr>
            <a:r>
              <a:rPr lang="en-US" sz="2000"/>
              <a:t>print(df["species"].value_counts())  # Count of each species</a:t>
            </a:r>
            <a:endParaRPr/>
          </a:p>
          <a:p>
            <a:pPr>
              <a:defRPr/>
            </a:pPr>
            <a:endParaRPr lang="en-US" sz="2000"/>
          </a:p>
          <a:p>
            <a:pPr>
              <a:defRPr/>
            </a:pPr>
            <a:r>
              <a:rPr lang="en-US" sz="2000"/>
              <a:t># Separate features and target variable</a:t>
            </a:r>
            <a:endParaRPr/>
          </a:p>
          <a:p>
            <a:pPr>
              <a:defRPr/>
            </a:pPr>
            <a:r>
              <a:rPr lang="en-US" sz="2000"/>
              <a:t>X = df.drop(columns=["species"])  # Features (sepal/petal length &amp; width)</a:t>
            </a:r>
            <a:endParaRPr/>
          </a:p>
          <a:p>
            <a:pPr>
              <a:defRPr/>
            </a:pPr>
            <a:r>
              <a:rPr lang="en-US" sz="2000"/>
              <a:t>y = df["species"]  # Target (flower species)</a:t>
            </a:r>
            <a:endParaRPr/>
          </a:p>
          <a:p>
            <a:pPr>
              <a:defRPr/>
            </a:pPr>
            <a:endParaRPr lang="en-US" sz="2000"/>
          </a:p>
          <a:p>
            <a:pPr>
              <a:defRPr/>
            </a:pPr>
            <a:r>
              <a:rPr lang="en-US" sz="2000"/>
              <a:t># Convert species names into numerical values</a:t>
            </a:r>
            <a:endParaRPr/>
          </a:p>
          <a:p>
            <a:pPr>
              <a:defRPr/>
            </a:pPr>
            <a:r>
              <a:rPr lang="en-US" sz="2000"/>
              <a:t>le = LabelEncoder()</a:t>
            </a:r>
            <a:endParaRPr/>
          </a:p>
          <a:p>
            <a:pPr>
              <a:defRPr/>
            </a:pPr>
            <a:r>
              <a:rPr lang="en-US" sz="2000"/>
              <a:t>y = le.fit_transform(y)  # Converts "setosa", "versicolor", "virginica" to 0, 1, 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294011072" name="Picture 3"/>
          <p:cNvPicPr/>
          <p:nvPr/>
        </p:nvPicPr>
        <p:blipFill rotWithShape="1">
          <a:blip r:embed="rId3"/>
          <a:stretch/>
        </p:blipFill>
        <p:spPr bwMode="auto">
          <a:xfrm>
            <a:off x="11503320" y="0"/>
            <a:ext cx="688680" cy="689040"/>
          </a:xfrm>
          <a:prstGeom prst="rect">
            <a:avLst/>
          </a:prstGeom>
          <a:ln w="0">
            <a:noFill/>
          </a:ln>
        </p:spPr>
      </p:pic>
      <p:sp>
        <p:nvSpPr>
          <p:cNvPr id="1673049256" name="TextBox 2"/>
          <p:cNvSpPr txBox="1"/>
          <p:nvPr/>
        </p:nvSpPr>
        <p:spPr bwMode="auto">
          <a:xfrm>
            <a:off x="350520" y="243840"/>
            <a:ext cx="10683240" cy="6569988"/>
          </a:xfrm>
          <a:prstGeom prst="rect">
            <a:avLst/>
          </a:prstGeom>
          <a:noFill/>
        </p:spPr>
        <p:txBody>
          <a:bodyPr wrap="square">
            <a:spAutoFit/>
          </a:bodyPr>
          <a:lstStyle/>
          <a:p>
            <a:pPr>
              <a:defRPr/>
            </a:pPr>
            <a:r>
              <a:rPr lang="en-US" sz="1800"/>
              <a:t># Split into training (80%) and testing (20%) sets</a:t>
            </a:r>
            <a:endParaRPr/>
          </a:p>
          <a:p>
            <a:pPr>
              <a:defRPr/>
            </a:pPr>
            <a:r>
              <a:rPr lang="en-US" sz="1800"/>
              <a:t>X_train, X_test, y_train, y_test = train_test_split(X, y, test_size=0.2, random_state=42)</a:t>
            </a:r>
            <a:endParaRPr/>
          </a:p>
          <a:p>
            <a:pPr>
              <a:defRPr/>
            </a:pPr>
            <a:r>
              <a:rPr lang="en-US" sz="1800"/>
              <a:t>print(f"Training samples: {len(X_train)}, Testing samples: {len(X_test)}")</a:t>
            </a:r>
            <a:endParaRPr/>
          </a:p>
          <a:p>
            <a:pPr>
              <a:defRPr/>
            </a:pPr>
            <a:endParaRPr lang="en-US" sz="1800"/>
          </a:p>
          <a:p>
            <a:pPr>
              <a:defRPr/>
            </a:pPr>
            <a:r>
              <a:rPr lang="en-US" sz="1800"/>
              <a:t># Define KNN model with k=5</a:t>
            </a:r>
            <a:endParaRPr/>
          </a:p>
          <a:p>
            <a:pPr>
              <a:defRPr/>
            </a:pPr>
            <a:r>
              <a:rPr lang="en-US" sz="1800"/>
              <a:t>knn = KNeighborsClassifier(n_neighbors=5)</a:t>
            </a:r>
            <a:endParaRPr/>
          </a:p>
          <a:p>
            <a:pPr>
              <a:defRPr/>
            </a:pPr>
            <a:endParaRPr lang="en-US" sz="1800"/>
          </a:p>
          <a:p>
            <a:pPr>
              <a:defRPr/>
            </a:pPr>
            <a:r>
              <a:rPr lang="en-US" sz="1800"/>
              <a:t># Train the model</a:t>
            </a:r>
            <a:endParaRPr/>
          </a:p>
          <a:p>
            <a:pPr>
              <a:defRPr/>
            </a:pPr>
            <a:r>
              <a:rPr lang="en-US" sz="1800"/>
              <a:t>knn.fit(X_train, y_train)</a:t>
            </a:r>
            <a:endParaRPr/>
          </a:p>
          <a:p>
            <a:pPr>
              <a:defRPr/>
            </a:pPr>
            <a:endParaRPr lang="en-US" sz="1800"/>
          </a:p>
          <a:p>
            <a:pPr>
              <a:defRPr/>
            </a:pPr>
            <a:r>
              <a:rPr lang="en-US" sz="1800"/>
              <a:t># Predict the test set</a:t>
            </a:r>
            <a:endParaRPr/>
          </a:p>
          <a:p>
            <a:pPr>
              <a:defRPr/>
            </a:pPr>
            <a:r>
              <a:rPr lang="en-US" sz="1800"/>
              <a:t>y_pred = knn.predict(X_test)</a:t>
            </a:r>
            <a:endParaRPr/>
          </a:p>
          <a:p>
            <a:pPr>
              <a:defRPr/>
            </a:pPr>
            <a:endParaRPr lang="en-US"/>
          </a:p>
          <a:p>
            <a:pPr>
              <a:defRPr/>
            </a:pPr>
            <a:r>
              <a:rPr lang="en-US" sz="1800"/>
              <a:t>from sklearn.metrics import accuracy_score, classification_report, confusion_matrix</a:t>
            </a:r>
            <a:endParaRPr/>
          </a:p>
          <a:p>
            <a:pPr>
              <a:defRPr/>
            </a:pPr>
            <a:r>
              <a:rPr lang="en-US" sz="1800"/>
              <a:t># Calculate accuracy</a:t>
            </a:r>
            <a:endParaRPr/>
          </a:p>
          <a:p>
            <a:pPr>
              <a:defRPr/>
            </a:pPr>
            <a:r>
              <a:rPr lang="en-US" sz="1800"/>
              <a:t>accuracy = accuracy_score(y_test, y_pred)</a:t>
            </a:r>
            <a:endParaRPr/>
          </a:p>
          <a:p>
            <a:pPr>
              <a:defRPr/>
            </a:pPr>
            <a:r>
              <a:rPr lang="en-US" sz="1800"/>
              <a:t>print(f"Accuracy: {accuracy * 100:.2f}%")</a:t>
            </a:r>
            <a:endParaRPr/>
          </a:p>
          <a:p>
            <a:pPr>
              <a:defRPr/>
            </a:pPr>
            <a:r>
              <a:rPr lang="en-US" sz="1800"/>
              <a:t># Classification report</a:t>
            </a:r>
            <a:endParaRPr/>
          </a:p>
          <a:p>
            <a:pPr>
              <a:defRPr/>
            </a:pPr>
            <a:r>
              <a:rPr lang="en-US" sz="1800"/>
              <a:t>print("\nClassification Report:")</a:t>
            </a:r>
            <a:endParaRPr/>
          </a:p>
          <a:p>
            <a:pPr>
              <a:defRPr/>
            </a:pPr>
            <a:r>
              <a:rPr lang="en-US" sz="1800"/>
              <a:t>print(classification_report(y_test, y_pred, target_names=le.classes_))</a:t>
            </a:r>
            <a:endParaRPr/>
          </a:p>
          <a:p>
            <a:pPr>
              <a:defRPr/>
            </a:pPr>
            <a:r>
              <a:rPr lang="en-US" sz="1800"/>
              <a:t># Confusion matrix</a:t>
            </a:r>
            <a:endParaRPr/>
          </a:p>
          <a:p>
            <a:pPr>
              <a:defRPr/>
            </a:pPr>
            <a:r>
              <a:rPr lang="en-US" sz="1800"/>
              <a:t>print("\nConfusion Matrix:")</a:t>
            </a:r>
            <a:endParaRPr/>
          </a:p>
          <a:p>
            <a:pPr>
              <a:defRPr/>
            </a:pPr>
            <a:r>
              <a:rPr lang="en-US" sz="1800"/>
              <a:t>print(confusion_matrix(y_test, y_pred))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077736960" name="Picture 3"/>
          <p:cNvPicPr/>
          <p:nvPr/>
        </p:nvPicPr>
        <p:blipFill rotWithShape="1">
          <a:blip r:embed="rId3"/>
          <a:stretch/>
        </p:blipFill>
        <p:spPr bwMode="auto">
          <a:xfrm>
            <a:off x="11503320" y="0"/>
            <a:ext cx="688680" cy="689040"/>
          </a:xfrm>
          <a:prstGeom prst="rect">
            <a:avLst/>
          </a:prstGeom>
          <a:ln w="0">
            <a:noFill/>
          </a:ln>
        </p:spPr>
      </p:pic>
      <p:sp>
        <p:nvSpPr>
          <p:cNvPr id="1688410423" name="TextBox 4"/>
          <p:cNvSpPr txBox="1"/>
          <p:nvPr/>
        </p:nvSpPr>
        <p:spPr bwMode="auto">
          <a:xfrm>
            <a:off x="834189" y="529389"/>
            <a:ext cx="10669131" cy="769441"/>
          </a:xfrm>
          <a:prstGeom prst="rect">
            <a:avLst/>
          </a:prstGeom>
          <a:noFill/>
        </p:spPr>
        <p:txBody>
          <a:bodyPr wrap="square" rtlCol="0">
            <a:spAutoFit/>
          </a:bodyPr>
          <a:lstStyle/>
          <a:p>
            <a:pPr algn="ctr">
              <a:defRPr/>
            </a:pPr>
            <a:r>
              <a:rPr lang="en-IN" sz="4400" b="1">
                <a:solidFill>
                  <a:srgbClr val="FF0000"/>
                </a:solidFill>
              </a:rPr>
              <a:t>MODEL EVALUATION</a:t>
            </a:r>
            <a:endParaRPr/>
          </a:p>
        </p:txBody>
      </p:sp>
      <p:sp>
        <p:nvSpPr>
          <p:cNvPr id="33592748" name="TextBox 5"/>
          <p:cNvSpPr txBox="1"/>
          <p:nvPr/>
        </p:nvSpPr>
        <p:spPr bwMode="auto">
          <a:xfrm>
            <a:off x="580103" y="1519575"/>
            <a:ext cx="11066465" cy="4770537"/>
          </a:xfrm>
          <a:prstGeom prst="rect">
            <a:avLst/>
          </a:prstGeom>
          <a:noFill/>
        </p:spPr>
        <p:txBody>
          <a:bodyPr wrap="square" rtlCol="0">
            <a:spAutoFit/>
          </a:bodyPr>
          <a:lstStyle/>
          <a:p>
            <a:pPr>
              <a:defRPr/>
            </a:pPr>
            <a:r>
              <a:rPr lang="en-IN" sz="2400" b="1">
                <a:solidFill>
                  <a:srgbClr val="FF0000"/>
                </a:solidFill>
              </a:rPr>
              <a:t>Classification Metrics</a:t>
            </a:r>
            <a:endParaRPr/>
          </a:p>
          <a:p>
            <a:pPr>
              <a:defRPr/>
            </a:pPr>
            <a:r>
              <a:rPr lang="en-IN" sz="2000"/>
              <a:t>Classification </a:t>
            </a:r>
            <a:r>
              <a:rPr lang="en-US" sz="2000"/>
              <a:t>metrics are used to evaluate the performance of a classification model. These metrics help determine how well a model distinguishes between different classes.</a:t>
            </a:r>
            <a:endParaRPr lang="en-IN" sz="2000"/>
          </a:p>
          <a:p>
            <a:pPr>
              <a:defRPr/>
            </a:pPr>
            <a:endParaRPr lang="en-IN" sz="2000"/>
          </a:p>
          <a:p>
            <a:pPr marL="342900" indent="-342900">
              <a:buFont typeface="Arial"/>
              <a:buChar char="•"/>
              <a:defRPr/>
            </a:pPr>
            <a:r>
              <a:rPr lang="en-IN" sz="2000" b="1">
                <a:solidFill>
                  <a:srgbClr val="FF0000"/>
                </a:solidFill>
              </a:rPr>
              <a:t>Accuracy</a:t>
            </a:r>
            <a:r>
              <a:rPr lang="en-IN" sz="2000" b="1"/>
              <a:t> </a:t>
            </a:r>
            <a:r>
              <a:rPr lang="en-IN" sz="2000"/>
              <a:t>- Measures the percentage of correctly classified instances.</a:t>
            </a:r>
            <a:endParaRPr/>
          </a:p>
          <a:p>
            <a:pPr>
              <a:defRPr/>
            </a:pPr>
            <a:endParaRPr lang="en-IN" sz="2000" b="1"/>
          </a:p>
          <a:p>
            <a:pPr>
              <a:defRPr/>
            </a:pPr>
            <a:endParaRPr lang="en-IN" sz="2000" b="1"/>
          </a:p>
          <a:p>
            <a:pPr>
              <a:defRPr/>
            </a:pPr>
            <a:endParaRPr lang="en-IN" sz="2000" b="1"/>
          </a:p>
          <a:p>
            <a:pPr>
              <a:defRPr/>
            </a:pPr>
            <a:r>
              <a:rPr lang="en-IN" sz="2000" b="1"/>
              <a:t>Best for:</a:t>
            </a:r>
            <a:r>
              <a:rPr lang="en-IN" sz="2000"/>
              <a:t> Balanced datasets where classes have nearly equal distribution.</a:t>
            </a:r>
            <a:endParaRPr/>
          </a:p>
          <a:p>
            <a:pPr>
              <a:defRPr/>
            </a:pPr>
            <a:endParaRPr lang="en-IN" sz="2000"/>
          </a:p>
          <a:p>
            <a:pPr marL="342900" indent="-342900">
              <a:buFont typeface="Arial"/>
              <a:buChar char="•"/>
              <a:defRPr/>
            </a:pPr>
            <a:r>
              <a:rPr lang="en-US" sz="2000" b="1">
                <a:solidFill>
                  <a:srgbClr val="FF0000"/>
                </a:solidFill>
              </a:rPr>
              <a:t>Precision (Positive Predictive Value) </a:t>
            </a:r>
            <a:r>
              <a:rPr lang="en-US" sz="2000"/>
              <a:t>- Measures how many of the predicted positive cases are actually positive.</a:t>
            </a:r>
            <a:endParaRPr/>
          </a:p>
          <a:p>
            <a:pPr>
              <a:defRPr/>
            </a:pPr>
            <a:endParaRPr lang="en-US" sz="2000" b="1"/>
          </a:p>
          <a:p>
            <a:pPr>
              <a:defRPr/>
            </a:pPr>
            <a:endParaRPr lang="en-US" sz="2000" b="1"/>
          </a:p>
          <a:p>
            <a:pPr>
              <a:defRPr/>
            </a:pPr>
            <a:r>
              <a:rPr lang="en-US" sz="2000" b="1"/>
              <a:t>Best for:</a:t>
            </a:r>
            <a:r>
              <a:rPr lang="en-US" sz="2000"/>
              <a:t> When false positives (FP) are costly (e.g., medical tests, spam detection).</a:t>
            </a:r>
            <a:endParaRPr/>
          </a:p>
        </p:txBody>
      </p:sp>
      <p:pic>
        <p:nvPicPr>
          <p:cNvPr id="516416383" name="Picture 7"/>
          <p:cNvPicPr>
            <a:picLocks noChangeAspect="1"/>
          </p:cNvPicPr>
          <p:nvPr/>
        </p:nvPicPr>
        <p:blipFill rotWithShape="1">
          <a:blip r:embed="rId4"/>
          <a:stretch/>
        </p:blipFill>
        <p:spPr bwMode="auto">
          <a:xfrm>
            <a:off x="2399784" y="3351363"/>
            <a:ext cx="3696216" cy="733527"/>
          </a:xfrm>
          <a:prstGeom prst="rect">
            <a:avLst/>
          </a:prstGeom>
        </p:spPr>
      </p:pic>
      <p:pic>
        <p:nvPicPr>
          <p:cNvPr id="1330236351" name="Picture 9"/>
          <p:cNvPicPr>
            <a:picLocks noChangeAspect="1"/>
          </p:cNvPicPr>
          <p:nvPr/>
        </p:nvPicPr>
        <p:blipFill rotWithShape="1">
          <a:blip r:embed="rId5"/>
          <a:stretch/>
        </p:blipFill>
        <p:spPr bwMode="auto">
          <a:xfrm>
            <a:off x="2754201" y="4990714"/>
            <a:ext cx="2650383" cy="69542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103676480" name="Picture 3"/>
          <p:cNvPicPr/>
          <p:nvPr/>
        </p:nvPicPr>
        <p:blipFill rotWithShape="1">
          <a:blip r:embed="rId3"/>
          <a:stretch/>
        </p:blipFill>
        <p:spPr bwMode="auto">
          <a:xfrm>
            <a:off x="11503320" y="0"/>
            <a:ext cx="688680" cy="689040"/>
          </a:xfrm>
          <a:prstGeom prst="rect">
            <a:avLst/>
          </a:prstGeom>
          <a:ln w="0">
            <a:noFill/>
          </a:ln>
        </p:spPr>
      </p:pic>
      <p:sp>
        <p:nvSpPr>
          <p:cNvPr id="1073857396" name="TextBox 4"/>
          <p:cNvSpPr txBox="1"/>
          <p:nvPr/>
        </p:nvSpPr>
        <p:spPr bwMode="auto">
          <a:xfrm>
            <a:off x="536447" y="963168"/>
            <a:ext cx="11206373" cy="3477875"/>
          </a:xfrm>
          <a:prstGeom prst="rect">
            <a:avLst/>
          </a:prstGeom>
          <a:noFill/>
        </p:spPr>
        <p:txBody>
          <a:bodyPr wrap="square" rtlCol="0">
            <a:spAutoFit/>
          </a:bodyPr>
          <a:lstStyle/>
          <a:p>
            <a:pPr marL="342900" indent="-342900">
              <a:buFont typeface="Arial"/>
              <a:buChar char="•"/>
              <a:defRPr/>
            </a:pPr>
            <a:r>
              <a:rPr lang="en-IN" sz="2000" b="1">
                <a:solidFill>
                  <a:srgbClr val="FF0000"/>
                </a:solidFill>
              </a:rPr>
              <a:t>Recall</a:t>
            </a:r>
            <a:r>
              <a:rPr lang="en-IN" sz="2000" b="1"/>
              <a:t> </a:t>
            </a:r>
            <a:r>
              <a:rPr lang="en-IN" sz="2000"/>
              <a:t>- Measures how many actual positive cases were correctly predicted.</a:t>
            </a:r>
            <a:endParaRPr/>
          </a:p>
          <a:p>
            <a:pPr>
              <a:defRPr/>
            </a:pPr>
            <a:endParaRPr lang="en-IN" sz="2000" b="1"/>
          </a:p>
          <a:p>
            <a:pPr>
              <a:defRPr/>
            </a:pPr>
            <a:endParaRPr lang="en-IN" sz="2000" b="1"/>
          </a:p>
          <a:p>
            <a:pPr>
              <a:defRPr/>
            </a:pPr>
            <a:endParaRPr lang="en-IN" sz="2000" b="1"/>
          </a:p>
          <a:p>
            <a:pPr>
              <a:defRPr/>
            </a:pPr>
            <a:r>
              <a:rPr lang="en-IN" sz="2000" b="1"/>
              <a:t>Best for:</a:t>
            </a:r>
            <a:r>
              <a:rPr lang="en-IN" sz="2000"/>
              <a:t> When false negatives (FN) are costly (e.g., fraud detection, disease diagnosis).</a:t>
            </a:r>
            <a:endParaRPr/>
          </a:p>
          <a:p>
            <a:pPr>
              <a:defRPr/>
            </a:pPr>
            <a:endParaRPr lang="en-IN" sz="2000"/>
          </a:p>
          <a:p>
            <a:pPr marL="342900" indent="-342900">
              <a:buFont typeface="Arial"/>
              <a:buChar char="•"/>
              <a:defRPr/>
            </a:pPr>
            <a:r>
              <a:rPr lang="en-IN" sz="2000" b="1">
                <a:solidFill>
                  <a:srgbClr val="FF0000"/>
                </a:solidFill>
              </a:rPr>
              <a:t>F1-Score</a:t>
            </a:r>
            <a:r>
              <a:rPr lang="en-IN" sz="2000" b="1"/>
              <a:t> </a:t>
            </a:r>
            <a:r>
              <a:rPr lang="en-IN" sz="2000"/>
              <a:t>– Harmonic mean of precision and recall, balancing both.</a:t>
            </a:r>
            <a:endParaRPr/>
          </a:p>
          <a:p>
            <a:pPr marL="342900" indent="-342900">
              <a:buFont typeface="Arial"/>
              <a:buChar char="•"/>
              <a:defRPr/>
            </a:pPr>
            <a:endParaRPr lang="en-IN" sz="2000"/>
          </a:p>
          <a:p>
            <a:pPr marL="342900" indent="-342900">
              <a:buFont typeface="Arial"/>
              <a:buChar char="•"/>
              <a:defRPr/>
            </a:pPr>
            <a:endParaRPr lang="en-IN" sz="2000"/>
          </a:p>
          <a:p>
            <a:pPr marL="342900" indent="-342900">
              <a:buFont typeface="Arial"/>
              <a:buChar char="•"/>
              <a:defRPr/>
            </a:pPr>
            <a:endParaRPr lang="en-IN" sz="2000"/>
          </a:p>
          <a:p>
            <a:pPr>
              <a:defRPr/>
            </a:pPr>
            <a:r>
              <a:rPr lang="en-IN" sz="2000" b="1"/>
              <a:t>Best for: </a:t>
            </a:r>
            <a:r>
              <a:rPr lang="en-US" sz="2000"/>
              <a:t>When both false positives and false negatives matter.</a:t>
            </a:r>
            <a:endParaRPr lang="en-IN" sz="2000"/>
          </a:p>
        </p:txBody>
      </p:sp>
      <p:pic>
        <p:nvPicPr>
          <p:cNvPr id="415310541" name="Picture 7"/>
          <p:cNvPicPr>
            <a:picLocks noChangeAspect="1"/>
          </p:cNvPicPr>
          <p:nvPr/>
        </p:nvPicPr>
        <p:blipFill rotWithShape="1">
          <a:blip r:embed="rId4"/>
          <a:stretch/>
        </p:blipFill>
        <p:spPr bwMode="auto">
          <a:xfrm>
            <a:off x="3175176" y="1366487"/>
            <a:ext cx="2095792" cy="590632"/>
          </a:xfrm>
          <a:prstGeom prst="rect">
            <a:avLst/>
          </a:prstGeom>
        </p:spPr>
      </p:pic>
      <p:pic>
        <p:nvPicPr>
          <p:cNvPr id="1270553412" name="Picture 9"/>
          <p:cNvPicPr>
            <a:picLocks noChangeAspect="1"/>
          </p:cNvPicPr>
          <p:nvPr/>
        </p:nvPicPr>
        <p:blipFill rotWithShape="1">
          <a:blip r:embed="rId5"/>
          <a:stretch/>
        </p:blipFill>
        <p:spPr bwMode="auto">
          <a:xfrm>
            <a:off x="2579780" y="3182717"/>
            <a:ext cx="3286584" cy="8478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078706589" name="Table 3"/>
          <p:cNvGraphicFramePr>
            <a:graphicFrameLocks noGrp="1"/>
          </p:cNvGraphicFramePr>
          <p:nvPr/>
        </p:nvGraphicFramePr>
        <p:xfrm>
          <a:off x="2149642" y="1668381"/>
          <a:ext cx="6250646" cy="1760619"/>
        </p:xfrm>
        <a:graphic>
          <a:graphicData uri="http://schemas.openxmlformats.org/drawingml/2006/table">
            <a:tbl>
              <a:tblPr firstRow="1" bandRow="1">
                <a:tableStyleId>{5940675A-B579-460E-94D1-54222C63F5DA}</a:tableStyleId>
              </a:tblPr>
              <a:tblGrid>
                <a:gridCol w="2385782">
                  <a:extLst>
                    <a:ext uri="{9D8B030D-6E8A-4147-A177-3AD203B41FA5}">
                      <a16:colId xmlns:a16="http://schemas.microsoft.com/office/drawing/2014/main" val="20000"/>
                    </a:ext>
                  </a:extLst>
                </a:gridCol>
                <a:gridCol w="2097024">
                  <a:extLst>
                    <a:ext uri="{9D8B030D-6E8A-4147-A177-3AD203B41FA5}">
                      <a16:colId xmlns:a16="http://schemas.microsoft.com/office/drawing/2014/main" val="20001"/>
                    </a:ext>
                  </a:extLst>
                </a:gridCol>
                <a:gridCol w="1767840">
                  <a:extLst>
                    <a:ext uri="{9D8B030D-6E8A-4147-A177-3AD203B41FA5}">
                      <a16:colId xmlns:a16="http://schemas.microsoft.com/office/drawing/2014/main" val="20002"/>
                    </a:ext>
                  </a:extLst>
                </a:gridCol>
              </a:tblGrid>
              <a:tr h="586873">
                <a:tc>
                  <a:txBody>
                    <a:bodyPr/>
                    <a:lstStyle/>
                    <a:p>
                      <a:pPr>
                        <a:defRPr/>
                      </a:pPr>
                      <a:r>
                        <a:rPr lang="en-IN" sz="2000" b="1"/>
                        <a:t>Actual \ Predicted</a:t>
                      </a:r>
                      <a:endParaRPr/>
                    </a:p>
                  </a:txBody>
                  <a:tcPr/>
                </a:tc>
                <a:tc>
                  <a:txBody>
                    <a:bodyPr/>
                    <a:lstStyle/>
                    <a:p>
                      <a:pPr>
                        <a:defRPr/>
                      </a:pPr>
                      <a:r>
                        <a:rPr lang="en-IN" sz="2000" b="1"/>
                        <a:t>Positive (P)</a:t>
                      </a:r>
                      <a:endParaRPr/>
                    </a:p>
                  </a:txBody>
                  <a:tcPr/>
                </a:tc>
                <a:tc>
                  <a:txBody>
                    <a:bodyPr/>
                    <a:lstStyle/>
                    <a:p>
                      <a:pPr>
                        <a:defRPr/>
                      </a:pPr>
                      <a:r>
                        <a:rPr lang="en-IN" sz="2000" b="1"/>
                        <a:t>Negative (N)</a:t>
                      </a:r>
                      <a:endParaRPr/>
                    </a:p>
                  </a:txBody>
                  <a:tcPr/>
                </a:tc>
                <a:extLst>
                  <a:ext uri="{0D108BD9-81ED-4DB2-BD59-A6C34878D82A}">
                    <a16:rowId xmlns:a16="http://schemas.microsoft.com/office/drawing/2014/main" val="10000"/>
                  </a:ext>
                </a:extLst>
              </a:tr>
              <a:tr h="586873">
                <a:tc>
                  <a:txBody>
                    <a:bodyPr/>
                    <a:lstStyle/>
                    <a:p>
                      <a:pPr>
                        <a:defRPr/>
                      </a:pPr>
                      <a:r>
                        <a:rPr lang="en-IN" sz="2000" b="1"/>
                        <a:t>Positive ( P)</a:t>
                      </a:r>
                      <a:endParaRPr/>
                    </a:p>
                  </a:txBody>
                  <a:tcPr/>
                </a:tc>
                <a:tc>
                  <a:txBody>
                    <a:bodyPr/>
                    <a:lstStyle/>
                    <a:p>
                      <a:pPr>
                        <a:defRPr/>
                      </a:pPr>
                      <a:r>
                        <a:rPr lang="en-IN" sz="2000" b="0"/>
                        <a:t>TP</a:t>
                      </a:r>
                      <a:endParaRPr/>
                    </a:p>
                  </a:txBody>
                  <a:tcPr/>
                </a:tc>
                <a:tc>
                  <a:txBody>
                    <a:bodyPr/>
                    <a:lstStyle/>
                    <a:p>
                      <a:pPr>
                        <a:defRPr/>
                      </a:pPr>
                      <a:r>
                        <a:rPr lang="en-IN" sz="2000" b="0"/>
                        <a:t>FN</a:t>
                      </a:r>
                      <a:endParaRPr/>
                    </a:p>
                  </a:txBody>
                  <a:tcPr/>
                </a:tc>
                <a:extLst>
                  <a:ext uri="{0D108BD9-81ED-4DB2-BD59-A6C34878D82A}">
                    <a16:rowId xmlns:a16="http://schemas.microsoft.com/office/drawing/2014/main" val="10001"/>
                  </a:ext>
                </a:extLst>
              </a:tr>
              <a:tr h="586873">
                <a:tc>
                  <a:txBody>
                    <a:bodyPr/>
                    <a:lstStyle/>
                    <a:p>
                      <a:pPr>
                        <a:defRPr/>
                      </a:pPr>
                      <a:r>
                        <a:rPr lang="en-IN" sz="2000" b="1"/>
                        <a:t>Negative (N)</a:t>
                      </a:r>
                      <a:endParaRPr/>
                    </a:p>
                  </a:txBody>
                  <a:tcPr/>
                </a:tc>
                <a:tc>
                  <a:txBody>
                    <a:bodyPr/>
                    <a:lstStyle/>
                    <a:p>
                      <a:pPr>
                        <a:defRPr/>
                      </a:pPr>
                      <a:r>
                        <a:rPr lang="en-IN" sz="2000" b="0"/>
                        <a:t>FP</a:t>
                      </a:r>
                      <a:endParaRPr/>
                    </a:p>
                  </a:txBody>
                  <a:tcPr/>
                </a:tc>
                <a:tc>
                  <a:txBody>
                    <a:bodyPr/>
                    <a:lstStyle/>
                    <a:p>
                      <a:pPr>
                        <a:defRPr/>
                      </a:pPr>
                      <a:r>
                        <a:rPr lang="en-IN" sz="2000" b="0"/>
                        <a:t>TN</a:t>
                      </a:r>
                      <a:endParaRPr/>
                    </a:p>
                  </a:txBody>
                  <a:tcPr/>
                </a:tc>
                <a:extLst>
                  <a:ext uri="{0D108BD9-81ED-4DB2-BD59-A6C34878D82A}">
                    <a16:rowId xmlns:a16="http://schemas.microsoft.com/office/drawing/2014/main" val="10002"/>
                  </a:ext>
                </a:extLst>
              </a:tr>
            </a:tbl>
          </a:graphicData>
        </a:graphic>
      </p:graphicFrame>
      <p:pic>
        <p:nvPicPr>
          <p:cNvPr id="1518853718" name="Picture 4"/>
          <p:cNvPicPr/>
          <p:nvPr/>
        </p:nvPicPr>
        <p:blipFill rotWithShape="1">
          <a:blip r:embed="rId3"/>
          <a:stretch/>
        </p:blipFill>
        <p:spPr bwMode="auto">
          <a:xfrm>
            <a:off x="11369208" y="109728"/>
            <a:ext cx="688680" cy="689040"/>
          </a:xfrm>
          <a:prstGeom prst="rect">
            <a:avLst/>
          </a:prstGeom>
          <a:ln w="0">
            <a:noFill/>
          </a:ln>
        </p:spPr>
      </p:pic>
      <p:sp>
        <p:nvSpPr>
          <p:cNvPr id="343927299" name="TextBox 5"/>
          <p:cNvSpPr txBox="1"/>
          <p:nvPr/>
        </p:nvSpPr>
        <p:spPr bwMode="auto">
          <a:xfrm>
            <a:off x="578157" y="1160549"/>
            <a:ext cx="10186737" cy="400110"/>
          </a:xfrm>
          <a:prstGeom prst="rect">
            <a:avLst/>
          </a:prstGeom>
          <a:noFill/>
        </p:spPr>
        <p:txBody>
          <a:bodyPr wrap="square" rtlCol="0">
            <a:spAutoFit/>
          </a:bodyPr>
          <a:lstStyle/>
          <a:p>
            <a:pPr marL="285750" indent="-285750">
              <a:buFont typeface="Arial"/>
              <a:buChar char="•"/>
              <a:defRPr/>
            </a:pPr>
            <a:r>
              <a:rPr lang="en-IN" sz="2000" b="1">
                <a:solidFill>
                  <a:srgbClr val="FF0000"/>
                </a:solidFill>
              </a:rPr>
              <a:t>Confusion Matrix</a:t>
            </a:r>
            <a:endParaRPr/>
          </a:p>
        </p:txBody>
      </p:sp>
      <p:sp>
        <p:nvSpPr>
          <p:cNvPr id="501912246" name="TextBox 6"/>
          <p:cNvSpPr txBox="1"/>
          <p:nvPr/>
        </p:nvSpPr>
        <p:spPr bwMode="auto">
          <a:xfrm>
            <a:off x="578157" y="3633216"/>
            <a:ext cx="10601907" cy="1323439"/>
          </a:xfrm>
          <a:prstGeom prst="rect">
            <a:avLst/>
          </a:prstGeom>
          <a:noFill/>
        </p:spPr>
        <p:txBody>
          <a:bodyPr wrap="square" rtlCol="0">
            <a:spAutoFit/>
          </a:bodyPr>
          <a:lstStyle/>
          <a:p>
            <a:pPr>
              <a:defRPr/>
            </a:pPr>
            <a:r>
              <a:rPr lang="en-IN" sz="2000" b="1"/>
              <a:t>True Positive (TP): </a:t>
            </a:r>
            <a:r>
              <a:rPr lang="en-IN" sz="2000"/>
              <a:t>Correctly predicted positive cases.</a:t>
            </a:r>
            <a:endParaRPr/>
          </a:p>
          <a:p>
            <a:pPr>
              <a:defRPr/>
            </a:pPr>
            <a:r>
              <a:rPr lang="en-IN" sz="2000" b="1"/>
              <a:t>False Positive (FP): </a:t>
            </a:r>
            <a:r>
              <a:rPr lang="en-IN" sz="2000"/>
              <a:t>Incorrectly predicted as positive.</a:t>
            </a:r>
            <a:endParaRPr/>
          </a:p>
          <a:p>
            <a:pPr>
              <a:defRPr/>
            </a:pPr>
            <a:r>
              <a:rPr lang="en-IN" sz="2000" b="1"/>
              <a:t>False Negative (FN): </a:t>
            </a:r>
            <a:r>
              <a:rPr lang="en-IN" sz="2000"/>
              <a:t>Incorrectly predicted as negative.</a:t>
            </a:r>
            <a:endParaRPr/>
          </a:p>
          <a:p>
            <a:pPr>
              <a:defRPr/>
            </a:pPr>
            <a:r>
              <a:rPr lang="en-IN" sz="2000" b="1"/>
              <a:t>True Negative (TN): </a:t>
            </a:r>
            <a:r>
              <a:rPr lang="en-IN" sz="2000"/>
              <a:t>Correctly predicted negative cases.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32125351" name="Title 1"/>
          <p:cNvSpPr>
            <a:spLocks noGrp="1"/>
          </p:cNvSpPr>
          <p:nvPr>
            <p:ph type="title"/>
          </p:nvPr>
        </p:nvSpPr>
        <p:spPr bwMode="auto">
          <a:xfrm>
            <a:off x="838200" y="689040"/>
            <a:ext cx="10515600" cy="736348"/>
          </a:xfrm>
        </p:spPr>
        <p:txBody>
          <a:bodyPr/>
          <a:lstStyle/>
          <a:p>
            <a:pPr algn="ctr">
              <a:defRPr/>
            </a:pPr>
            <a:r>
              <a:rPr lang="en-IN" b="1">
                <a:solidFill>
                  <a:srgbClr val="FF0000"/>
                </a:solidFill>
                <a:latin typeface="+mn-lt"/>
              </a:rPr>
              <a:t>Label Encoder</a:t>
            </a:r>
            <a:endParaRPr/>
          </a:p>
        </p:txBody>
      </p:sp>
      <p:pic>
        <p:nvPicPr>
          <p:cNvPr id="124800376" name="Picture 3"/>
          <p:cNvPicPr/>
          <p:nvPr/>
        </p:nvPicPr>
        <p:blipFill rotWithShape="1">
          <a:blip r:embed="rId3"/>
          <a:stretch/>
        </p:blipFill>
        <p:spPr bwMode="auto">
          <a:xfrm>
            <a:off x="11503320" y="0"/>
            <a:ext cx="688680" cy="689040"/>
          </a:xfrm>
          <a:prstGeom prst="rect">
            <a:avLst/>
          </a:prstGeom>
          <a:ln w="0">
            <a:noFill/>
          </a:ln>
        </p:spPr>
      </p:pic>
      <p:sp>
        <p:nvSpPr>
          <p:cNvPr id="118132911" name="TextBox 4"/>
          <p:cNvSpPr txBox="1"/>
          <p:nvPr/>
        </p:nvSpPr>
        <p:spPr bwMode="auto">
          <a:xfrm>
            <a:off x="685800" y="2030507"/>
            <a:ext cx="10817520" cy="2246769"/>
          </a:xfrm>
          <a:prstGeom prst="rect">
            <a:avLst/>
          </a:prstGeom>
          <a:noFill/>
        </p:spPr>
        <p:txBody>
          <a:bodyPr wrap="square" rtlCol="0">
            <a:spAutoFit/>
          </a:bodyPr>
          <a:lstStyle/>
          <a:p>
            <a:pPr algn="just">
              <a:defRPr/>
            </a:pPr>
            <a:r>
              <a:rPr lang="en-IN" sz="2000"/>
              <a:t>Label Encoding is a technique used in machine learning to convert categorical data (text labels) into numerical values so that models can process them.</a:t>
            </a:r>
            <a:endParaRPr/>
          </a:p>
          <a:p>
            <a:pPr algn="just">
              <a:defRPr/>
            </a:pPr>
            <a:endParaRPr lang="en-IN" sz="2000"/>
          </a:p>
          <a:p>
            <a:pPr algn="just">
              <a:defRPr/>
            </a:pPr>
            <a:r>
              <a:rPr lang="en-IN" sz="2000" b="1"/>
              <a:t>Why we use Label Encoding?</a:t>
            </a:r>
            <a:endParaRPr/>
          </a:p>
          <a:p>
            <a:pPr marL="342900" indent="-342900" algn="just">
              <a:buFont typeface="Arial"/>
              <a:buChar char="•"/>
              <a:defRPr/>
            </a:pPr>
            <a:r>
              <a:rPr lang="en-IN" sz="2000"/>
              <a:t>Many machine learning models like decision trees work with numbers, not text.</a:t>
            </a:r>
            <a:endParaRPr/>
          </a:p>
          <a:p>
            <a:pPr marL="342900" indent="-342900" algn="just">
              <a:buFont typeface="Arial"/>
              <a:buChar char="•"/>
              <a:defRPr/>
            </a:pPr>
            <a:r>
              <a:rPr lang="en-IN" sz="2000"/>
              <a:t>Converts text data into a form that the model understands.</a:t>
            </a:r>
            <a:endParaRPr/>
          </a:p>
          <a:p>
            <a:pPr marL="342900" indent="-342900" algn="just">
              <a:buFont typeface="Arial"/>
              <a:buChar char="•"/>
              <a:defRPr/>
            </a:pPr>
            <a:r>
              <a:rPr lang="en-IN" sz="2000"/>
              <a:t>Reduces memory usage compared to text data.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146806764" name="Picture 3"/>
          <p:cNvPicPr/>
          <p:nvPr/>
        </p:nvPicPr>
        <p:blipFill rotWithShape="1">
          <a:blip r:embed="rId3"/>
          <a:stretch/>
        </p:blipFill>
        <p:spPr bwMode="auto">
          <a:xfrm>
            <a:off x="11503320" y="0"/>
            <a:ext cx="688680" cy="689040"/>
          </a:xfrm>
          <a:prstGeom prst="rect">
            <a:avLst/>
          </a:prstGeom>
          <a:ln w="0">
            <a:noFill/>
          </a:ln>
        </p:spPr>
      </p:pic>
      <p:sp>
        <p:nvSpPr>
          <p:cNvPr id="1596066551" name="TextBox 4"/>
          <p:cNvSpPr txBox="1"/>
          <p:nvPr/>
        </p:nvSpPr>
        <p:spPr bwMode="auto">
          <a:xfrm>
            <a:off x="484095" y="389965"/>
            <a:ext cx="11174506" cy="5940088"/>
          </a:xfrm>
          <a:prstGeom prst="rect">
            <a:avLst/>
          </a:prstGeom>
          <a:noFill/>
        </p:spPr>
        <p:txBody>
          <a:bodyPr wrap="square" rtlCol="0">
            <a:spAutoFit/>
          </a:bodyPr>
          <a:lstStyle/>
          <a:p>
            <a:pPr>
              <a:defRPr/>
            </a:pPr>
            <a:r>
              <a:rPr lang="en-IN" sz="2000" b="1"/>
              <a:t>Example</a:t>
            </a:r>
            <a:endParaRPr/>
          </a:p>
          <a:p>
            <a:pPr>
              <a:defRPr/>
            </a:pPr>
            <a:endParaRPr lang="en-IN" sz="2000" b="1"/>
          </a:p>
          <a:p>
            <a:pPr>
              <a:defRPr/>
            </a:pPr>
            <a:r>
              <a:rPr lang="en-IN" sz="2000"/>
              <a:t>from sklearn.preprocessing import LabelEncoder</a:t>
            </a:r>
          </a:p>
          <a:p>
            <a:pPr>
              <a:defRPr/>
            </a:pPr>
            <a:endParaRPr lang="en-IN" sz="2000"/>
          </a:p>
          <a:p>
            <a:pPr>
              <a:defRPr/>
            </a:pPr>
            <a:r>
              <a:rPr lang="en-IN" sz="2000"/>
              <a:t># Sample categorical data</a:t>
            </a:r>
            <a:endParaRPr/>
          </a:p>
          <a:p>
            <a:pPr>
              <a:defRPr/>
            </a:pPr>
            <a:r>
              <a:rPr lang="en-IN" sz="2000"/>
              <a:t>colors = ['Red', 'Green', 'Blue', 'Green', 'Red', 'Blue']</a:t>
            </a:r>
            <a:endParaRPr/>
          </a:p>
          <a:p>
            <a:pPr>
              <a:defRPr/>
            </a:pPr>
            <a:endParaRPr lang="en-IN" sz="2000"/>
          </a:p>
          <a:p>
            <a:pPr>
              <a:defRPr/>
            </a:pPr>
            <a:r>
              <a:rPr lang="en-IN" sz="2000"/>
              <a:t># Initialize LabelEncoder</a:t>
            </a:r>
          </a:p>
          <a:p>
            <a:pPr>
              <a:defRPr/>
            </a:pPr>
            <a:r>
              <a:rPr lang="en-IN" sz="2000"/>
              <a:t>encoder = LabelEncoder()</a:t>
            </a:r>
            <a:endParaRPr/>
          </a:p>
          <a:p>
            <a:pPr>
              <a:defRPr/>
            </a:pPr>
            <a:endParaRPr lang="en-IN" sz="2000"/>
          </a:p>
          <a:p>
            <a:pPr>
              <a:defRPr/>
            </a:pPr>
            <a:r>
              <a:rPr lang="en-IN" sz="2000"/>
              <a:t># Fit and transform the data</a:t>
            </a:r>
            <a:endParaRPr/>
          </a:p>
          <a:p>
            <a:pPr>
              <a:defRPr/>
            </a:pPr>
            <a:r>
              <a:rPr lang="en-IN" sz="2000"/>
              <a:t>encoded_colors = encoder.fit_transform(colors)</a:t>
            </a:r>
            <a:endParaRPr/>
          </a:p>
          <a:p>
            <a:pPr>
              <a:defRPr/>
            </a:pPr>
            <a:endParaRPr lang="en-IN" sz="2000"/>
          </a:p>
          <a:p>
            <a:pPr>
              <a:defRPr/>
            </a:pPr>
            <a:r>
              <a:rPr lang="en-IN" sz="2000"/>
              <a:t>print("Original:", colors)</a:t>
            </a:r>
            <a:endParaRPr/>
          </a:p>
          <a:p>
            <a:pPr>
              <a:defRPr/>
            </a:pPr>
            <a:r>
              <a:rPr lang="en-IN" sz="2000"/>
              <a:t>print("Encoded:", encoded_colors)</a:t>
            </a:r>
            <a:endParaRPr/>
          </a:p>
          <a:p>
            <a:pPr>
              <a:defRPr/>
            </a:pPr>
            <a:endParaRPr lang="en-IN" sz="2000"/>
          </a:p>
          <a:p>
            <a:pPr>
              <a:defRPr/>
            </a:pPr>
            <a:r>
              <a:rPr lang="en-IN" sz="2000" b="1"/>
              <a:t>Output </a:t>
            </a:r>
            <a:endParaRPr/>
          </a:p>
          <a:p>
            <a:pPr>
              <a:defRPr/>
            </a:pPr>
            <a:r>
              <a:rPr lang="en-IN" sz="2000" b="0" i="0">
                <a:latin typeface="menlo"/>
              </a:rPr>
              <a:t>Original: ['Red', 'Green', 'Blue', 'Green', 'Red', 'Blue’]</a:t>
            </a:r>
            <a:endParaRPr/>
          </a:p>
          <a:p>
            <a:pPr>
              <a:defRPr/>
            </a:pPr>
            <a:r>
              <a:rPr lang="en-IN" sz="2000" b="0" i="0">
                <a:latin typeface="menlo"/>
              </a:rPr>
              <a:t> Encoded: [2 1 0 1 2 0]</a:t>
            </a:r>
            <a:endParaRPr lang="en-IN"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8157205" name="Title 1"/>
          <p:cNvSpPr>
            <a:spLocks noGrp="1"/>
          </p:cNvSpPr>
          <p:nvPr>
            <p:ph type="title"/>
          </p:nvPr>
        </p:nvSpPr>
        <p:spPr bwMode="auto"/>
        <p:txBody>
          <a:bodyPr/>
          <a:lstStyle/>
          <a:p>
            <a:pPr algn="ctr">
              <a:defRPr/>
            </a:pPr>
            <a:r>
              <a:rPr lang="en-IN" b="1">
                <a:solidFill>
                  <a:srgbClr val="FF0000"/>
                </a:solidFill>
                <a:latin typeface="+mn-lt"/>
              </a:rPr>
              <a:t>Dependent and Independent Variables</a:t>
            </a:r>
            <a:endParaRPr/>
          </a:p>
        </p:txBody>
      </p:sp>
      <p:sp>
        <p:nvSpPr>
          <p:cNvPr id="1813522098" name="Content Placeholder 2"/>
          <p:cNvSpPr>
            <a:spLocks noGrp="1"/>
          </p:cNvSpPr>
          <p:nvPr>
            <p:ph idx="1"/>
          </p:nvPr>
        </p:nvSpPr>
        <p:spPr bwMode="auto"/>
        <p:txBody>
          <a:bodyPr>
            <a:normAutofit/>
          </a:bodyPr>
          <a:lstStyle/>
          <a:p>
            <a:pPr marL="0" indent="0" algn="just">
              <a:buNone/>
              <a:defRPr/>
            </a:pPr>
            <a:r>
              <a:rPr lang="en-IN" sz="2000" b="1"/>
              <a:t>Independent variables: </a:t>
            </a:r>
            <a:r>
              <a:rPr lang="en-IN" sz="2000"/>
              <a:t>Also called inputs or predictors, do not depend on other features of interest.</a:t>
            </a:r>
            <a:endParaRPr/>
          </a:p>
          <a:p>
            <a:pPr marL="0" indent="0" algn="just">
              <a:buNone/>
              <a:defRPr/>
            </a:pPr>
            <a:r>
              <a:rPr lang="en-IN" sz="2000"/>
              <a:t>Example: Years of Experience</a:t>
            </a:r>
            <a:endParaRPr/>
          </a:p>
          <a:p>
            <a:pPr marL="0" indent="0" algn="just">
              <a:buNone/>
              <a:defRPr/>
            </a:pPr>
            <a:r>
              <a:rPr lang="en-IN" sz="2000" b="1"/>
              <a:t>Dependent variables: </a:t>
            </a:r>
            <a:r>
              <a:rPr lang="en-IN" sz="2000"/>
              <a:t>Also called outputs or responses, depend on the independent variables.</a:t>
            </a:r>
            <a:endParaRPr/>
          </a:p>
          <a:p>
            <a:pPr marL="0" indent="0" algn="just">
              <a:buNone/>
              <a:defRPr/>
            </a:pPr>
            <a:r>
              <a:rPr lang="en-IN" sz="2000"/>
              <a:t>Example: Salary</a:t>
            </a:r>
            <a:endParaRPr/>
          </a:p>
        </p:txBody>
      </p:sp>
      <p:pic>
        <p:nvPicPr>
          <p:cNvPr id="1726131003" name="Picture 3"/>
          <p:cNvPicPr/>
          <p:nvPr/>
        </p:nvPicPr>
        <p:blipFill rotWithShape="1">
          <a:blip r:embed="rId3"/>
          <a:stretch/>
        </p:blipFill>
        <p:spPr bwMode="auto">
          <a:xfrm>
            <a:off x="11503320" y="20605"/>
            <a:ext cx="688680" cy="689040"/>
          </a:xfrm>
          <a:prstGeom prst="rect">
            <a:avLst/>
          </a:prstGeom>
          <a:ln w="0">
            <a:noFill/>
          </a:ln>
        </p:spPr>
      </p:pic>
      <p:pic>
        <p:nvPicPr>
          <p:cNvPr id="980657499" name="Picture 2" descr="GitHub - sudarshan-koirala/Salary-Prediciton-based-on-Years-of-Experience:  Prediction of salary based on the years of experience using Simple Linear  Regression"/>
          <p:cNvPicPr>
            <a:picLocks noChangeAspect="1" noChangeArrowheads="1"/>
          </p:cNvPicPr>
          <p:nvPr/>
        </p:nvPicPr>
        <p:blipFill rotWithShape="1">
          <a:blip r:embed="rId4"/>
          <a:srcRect t="12584" r="10358"/>
          <a:stretch/>
        </p:blipFill>
        <p:spPr bwMode="auto">
          <a:xfrm>
            <a:off x="5712542" y="4001294"/>
            <a:ext cx="3063561" cy="2045111"/>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5773688" name="Title 1"/>
          <p:cNvSpPr>
            <a:spLocks noGrp="1"/>
          </p:cNvSpPr>
          <p:nvPr>
            <p:ph type="title"/>
          </p:nvPr>
        </p:nvSpPr>
        <p:spPr bwMode="auto">
          <a:xfrm>
            <a:off x="838200" y="365125"/>
            <a:ext cx="10515600" cy="879059"/>
          </a:xfrm>
        </p:spPr>
        <p:txBody>
          <a:bodyPr/>
          <a:lstStyle/>
          <a:p>
            <a:pPr algn="ctr">
              <a:defRPr/>
            </a:pPr>
            <a:r>
              <a:rPr lang="en-IN" b="1">
                <a:solidFill>
                  <a:srgbClr val="FF0000"/>
                </a:solidFill>
                <a:latin typeface="+mn-lt"/>
              </a:rPr>
              <a:t>LINEAR REGRESSION</a:t>
            </a:r>
            <a:endParaRPr/>
          </a:p>
        </p:txBody>
      </p:sp>
      <p:sp>
        <p:nvSpPr>
          <p:cNvPr id="1363084737" name="Content Placeholder 2"/>
          <p:cNvSpPr>
            <a:spLocks noGrp="1"/>
          </p:cNvSpPr>
          <p:nvPr>
            <p:ph idx="1"/>
          </p:nvPr>
        </p:nvSpPr>
        <p:spPr bwMode="auto">
          <a:xfrm>
            <a:off x="540774" y="1386349"/>
            <a:ext cx="10813026" cy="3667432"/>
          </a:xfrm>
        </p:spPr>
        <p:txBody>
          <a:bodyPr>
            <a:normAutofit/>
          </a:bodyPr>
          <a:lstStyle/>
          <a:p>
            <a:pPr algn="just">
              <a:defRPr/>
            </a:pPr>
            <a:r>
              <a:rPr lang="en-IN" sz="2000"/>
              <a:t>Linear Regression is one of the most simple Machine Learning algorithm which is used for solving regression problems.</a:t>
            </a:r>
            <a:endParaRPr/>
          </a:p>
          <a:p>
            <a:pPr algn="just">
              <a:defRPr/>
            </a:pPr>
            <a:r>
              <a:rPr lang="en-IN" sz="2000"/>
              <a:t>It is used for predicting the continuous dependent variable with the help of independent variables and relationship between them.</a:t>
            </a:r>
            <a:endParaRPr/>
          </a:p>
          <a:p>
            <a:pPr algn="just">
              <a:defRPr/>
            </a:pPr>
            <a:r>
              <a:rPr lang="en-IN" sz="2000"/>
              <a:t>The goal of the Linear regression is to find the best fit line that can accurately predict the output.</a:t>
            </a:r>
            <a:endParaRPr/>
          </a:p>
          <a:p>
            <a:pPr algn="just">
              <a:defRPr/>
            </a:pPr>
            <a:r>
              <a:rPr lang="en-IN" sz="2000"/>
              <a:t>The relationship should be of linear nature.</a:t>
            </a:r>
            <a:endParaRPr/>
          </a:p>
          <a:p>
            <a:pPr algn="just">
              <a:defRPr/>
            </a:pPr>
            <a:r>
              <a:rPr lang="en-IN" sz="2000"/>
              <a:t>The output for Linear regression should only be the continuous values such as price, age, salary, etc.</a:t>
            </a:r>
            <a:endParaRPr/>
          </a:p>
        </p:txBody>
      </p:sp>
      <p:pic>
        <p:nvPicPr>
          <p:cNvPr id="760088702" name="Picture 3"/>
          <p:cNvPicPr/>
          <p:nvPr/>
        </p:nvPicPr>
        <p:blipFill rotWithShape="1">
          <a:blip r:embed="rId3"/>
          <a:stretch/>
        </p:blipFill>
        <p:spPr bwMode="auto">
          <a:xfrm>
            <a:off x="11503320" y="0"/>
            <a:ext cx="688680" cy="68904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6819389" name="Title 1"/>
          <p:cNvSpPr>
            <a:spLocks noGrp="1"/>
          </p:cNvSpPr>
          <p:nvPr>
            <p:ph type="title"/>
          </p:nvPr>
        </p:nvSpPr>
        <p:spPr bwMode="auto"/>
        <p:txBody>
          <a:bodyPr/>
          <a:lstStyle/>
          <a:p>
            <a:pPr>
              <a:defRPr/>
            </a:pPr>
            <a:endParaRPr lang="en-IN"/>
          </a:p>
        </p:txBody>
      </p:sp>
      <p:sp>
        <p:nvSpPr>
          <p:cNvPr id="1198777129" name="Content Placeholder 2"/>
          <p:cNvSpPr>
            <a:spLocks noGrp="1"/>
          </p:cNvSpPr>
          <p:nvPr>
            <p:ph idx="1"/>
          </p:nvPr>
        </p:nvSpPr>
        <p:spPr bwMode="auto"/>
        <p:txBody>
          <a:bodyPr/>
          <a:lstStyle/>
          <a:p>
            <a:pPr>
              <a:defRPr/>
            </a:pPr>
            <a:endParaRPr lang="en-IN"/>
          </a:p>
        </p:txBody>
      </p:sp>
      <p:pic>
        <p:nvPicPr>
          <p:cNvPr id="1231167667" name="Picture 4"/>
          <p:cNvPicPr>
            <a:picLocks noChangeAspect="1"/>
          </p:cNvPicPr>
          <p:nvPr/>
        </p:nvPicPr>
        <p:blipFill rotWithShape="1">
          <a:blip r:embed="rId3"/>
          <a:srcRect r="1194"/>
          <a:stretch/>
        </p:blipFill>
        <p:spPr bwMode="auto">
          <a:xfrm>
            <a:off x="565966" y="304364"/>
            <a:ext cx="10927943" cy="6249272"/>
          </a:xfrm>
          <a:prstGeom prst="rect">
            <a:avLst/>
          </a:prstGeom>
        </p:spPr>
      </p:pic>
      <p:sp>
        <p:nvSpPr>
          <p:cNvPr id="598914644" name="Rectangle 6"/>
          <p:cNvSpPr/>
          <p:nvPr/>
        </p:nvSpPr>
        <p:spPr bwMode="auto">
          <a:xfrm>
            <a:off x="10962968" y="2330245"/>
            <a:ext cx="825909" cy="24777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750966623" name="Rectangle 7"/>
          <p:cNvSpPr/>
          <p:nvPr/>
        </p:nvSpPr>
        <p:spPr bwMode="auto">
          <a:xfrm>
            <a:off x="11130116" y="1995948"/>
            <a:ext cx="495917" cy="3342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1024844593" name="Rectangle 8"/>
          <p:cNvSpPr/>
          <p:nvPr/>
        </p:nvSpPr>
        <p:spPr bwMode="auto">
          <a:xfrm>
            <a:off x="11208774" y="4709652"/>
            <a:ext cx="417260" cy="2332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pic>
        <p:nvPicPr>
          <p:cNvPr id="929575970" name="Picture 9"/>
          <p:cNvPicPr/>
          <p:nvPr/>
        </p:nvPicPr>
        <p:blipFill rotWithShape="1">
          <a:blip r:embed="rId4"/>
          <a:stretch/>
        </p:blipFill>
        <p:spPr bwMode="auto">
          <a:xfrm>
            <a:off x="11503320" y="0"/>
            <a:ext cx="688680" cy="689040"/>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832535926" name="Picture 3"/>
          <p:cNvPicPr/>
          <p:nvPr/>
        </p:nvPicPr>
        <p:blipFill rotWithShape="1">
          <a:blip r:embed="rId3"/>
          <a:stretch/>
        </p:blipFill>
        <p:spPr bwMode="auto">
          <a:xfrm>
            <a:off x="11503320" y="0"/>
            <a:ext cx="688680" cy="689040"/>
          </a:xfrm>
          <a:prstGeom prst="rect">
            <a:avLst/>
          </a:prstGeom>
          <a:ln w="0">
            <a:noFill/>
          </a:ln>
        </p:spPr>
      </p:pic>
      <p:sp>
        <p:nvSpPr>
          <p:cNvPr id="1152562496" name="TextBox 4"/>
          <p:cNvSpPr txBox="1"/>
          <p:nvPr/>
        </p:nvSpPr>
        <p:spPr bwMode="auto">
          <a:xfrm>
            <a:off x="363795" y="383458"/>
            <a:ext cx="11257933" cy="4093428"/>
          </a:xfrm>
          <a:prstGeom prst="rect">
            <a:avLst/>
          </a:prstGeom>
          <a:noFill/>
        </p:spPr>
        <p:txBody>
          <a:bodyPr wrap="square">
            <a:spAutoFit/>
          </a:bodyPr>
          <a:lstStyle/>
          <a:p>
            <a:pPr marL="0" indent="0">
              <a:buNone/>
              <a:defRPr/>
            </a:pPr>
            <a:r>
              <a:rPr lang="en-IN" sz="2000" b="1"/>
              <a:t>Working</a:t>
            </a:r>
            <a:endParaRPr/>
          </a:p>
          <a:p>
            <a:pPr algn="just">
              <a:defRPr/>
            </a:pPr>
            <a:r>
              <a:rPr lang="en-IN" sz="2000" b="1"/>
              <a:t>Data with Two variables </a:t>
            </a:r>
            <a:r>
              <a:rPr lang="en-IN" sz="2000"/>
              <a:t>– You have two variables, such as X (Independent variable) and Y (Dependent variable). The goal of linear regression is to find the best line that fits these points so that you can use it to predict future values of Y.</a:t>
            </a:r>
            <a:endParaRPr/>
          </a:p>
          <a:p>
            <a:pPr algn="just">
              <a:defRPr/>
            </a:pPr>
            <a:r>
              <a:rPr lang="en-IN" sz="2000" b="1"/>
              <a:t>Fitting a Line </a:t>
            </a:r>
            <a:r>
              <a:rPr lang="en-IN" sz="2000"/>
              <a:t>– Linear regression looks for the line that best fits the data points. The equation of the line is</a:t>
            </a:r>
            <a:endParaRPr/>
          </a:p>
          <a:p>
            <a:pPr marL="0" indent="0" algn="just">
              <a:buNone/>
              <a:defRPr/>
            </a:pPr>
            <a:r>
              <a:rPr lang="en-IN" sz="2000" b="1"/>
              <a:t>			Y = mX + b</a:t>
            </a:r>
            <a:endParaRPr/>
          </a:p>
          <a:p>
            <a:pPr marL="0" indent="0" algn="just">
              <a:buNone/>
              <a:defRPr/>
            </a:pPr>
            <a:r>
              <a:rPr lang="en-IN" sz="2000" b="1"/>
              <a:t>    *  m </a:t>
            </a:r>
            <a:r>
              <a:rPr lang="en-IN" sz="2000"/>
              <a:t>is the slope of the line.</a:t>
            </a:r>
            <a:endParaRPr/>
          </a:p>
          <a:p>
            <a:pPr marL="0" indent="0" algn="just">
              <a:buNone/>
              <a:defRPr/>
            </a:pPr>
            <a:r>
              <a:rPr lang="en-IN" sz="2000" b="1"/>
              <a:t>    *  b </a:t>
            </a:r>
            <a:r>
              <a:rPr lang="en-IN" sz="2000"/>
              <a:t>is the y-intercept.</a:t>
            </a:r>
            <a:endParaRPr/>
          </a:p>
          <a:p>
            <a:pPr marL="0" indent="0" algn="just">
              <a:buNone/>
              <a:defRPr/>
            </a:pPr>
            <a:r>
              <a:rPr lang="en-IN" sz="2000" b="1"/>
              <a:t>    *  X </a:t>
            </a:r>
            <a:r>
              <a:rPr lang="en-IN" sz="2000"/>
              <a:t>is the input, and </a:t>
            </a:r>
            <a:r>
              <a:rPr lang="en-IN" sz="2000" b="1"/>
              <a:t>Y </a:t>
            </a:r>
            <a:r>
              <a:rPr lang="en-IN" sz="2000"/>
              <a:t>is the predicted output</a:t>
            </a:r>
            <a:endParaRPr lang="en-IN" sz="2000" b="1"/>
          </a:p>
          <a:p>
            <a:pPr marL="0" indent="0" algn="just">
              <a:buNone/>
              <a:defRPr/>
            </a:pPr>
            <a:r>
              <a:rPr lang="en-IN" sz="2000"/>
              <a:t>The algorithm works to find the best values for m and b so that the line is as close as possible to all the data points.</a:t>
            </a:r>
            <a:endParaRPr/>
          </a:p>
          <a:p>
            <a:pPr algn="just">
              <a:defRPr/>
            </a:pPr>
            <a:r>
              <a:rPr lang="en-IN" sz="2000" b="1"/>
              <a:t>Making predictions</a:t>
            </a:r>
            <a:r>
              <a:rPr lang="en-IN" sz="2000"/>
              <a:t> – Once you have your best-fit line, you can use it to predict the value of Y for any given X</a:t>
            </a:r>
            <a:endParaRPr lang="en-IN" sz="20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41098171" name="Picture 3"/>
          <p:cNvPicPr/>
          <p:nvPr/>
        </p:nvPicPr>
        <p:blipFill rotWithShape="1">
          <a:blip r:embed="rId3"/>
          <a:stretch/>
        </p:blipFill>
        <p:spPr bwMode="auto">
          <a:xfrm>
            <a:off x="11503320" y="0"/>
            <a:ext cx="688680" cy="689040"/>
          </a:xfrm>
          <a:prstGeom prst="rect">
            <a:avLst/>
          </a:prstGeom>
          <a:ln w="0">
            <a:noFill/>
          </a:ln>
        </p:spPr>
      </p:pic>
      <p:sp>
        <p:nvSpPr>
          <p:cNvPr id="1884895978" name="TextBox 4"/>
          <p:cNvSpPr txBox="1"/>
          <p:nvPr/>
        </p:nvSpPr>
        <p:spPr bwMode="auto">
          <a:xfrm>
            <a:off x="194871" y="284812"/>
            <a:ext cx="10976407" cy="6401160"/>
          </a:xfrm>
          <a:prstGeom prst="rect">
            <a:avLst/>
          </a:prstGeom>
          <a:noFill/>
        </p:spPr>
        <p:txBody>
          <a:bodyPr wrap="square">
            <a:spAutoFit/>
          </a:bodyPr>
          <a:lstStyle/>
          <a:p>
            <a:pPr marL="0" indent="0">
              <a:buNone/>
              <a:defRPr/>
            </a:pPr>
            <a:r>
              <a:rPr lang="en-IN" b="1"/>
              <a:t>Example</a:t>
            </a:r>
            <a:endParaRPr/>
          </a:p>
          <a:p>
            <a:pPr marL="0" indent="0">
              <a:buNone/>
              <a:defRPr/>
            </a:pPr>
            <a:r>
              <a:rPr lang="en-IN"/>
              <a:t> import numpy as np</a:t>
            </a:r>
            <a:endParaRPr/>
          </a:p>
          <a:p>
            <a:pPr marL="0" indent="0">
              <a:buNone/>
              <a:defRPr/>
            </a:pPr>
            <a:r>
              <a:rPr lang="en-IN"/>
              <a:t> import pandas as pd</a:t>
            </a:r>
            <a:endParaRPr/>
          </a:p>
          <a:p>
            <a:pPr marL="0" indent="0">
              <a:buNone/>
              <a:defRPr/>
            </a:pPr>
            <a:r>
              <a:rPr lang="en-IN"/>
              <a:t> from sklearn.linear_model import LinearRegression</a:t>
            </a:r>
            <a:endParaRPr/>
          </a:p>
          <a:p>
            <a:pPr marL="0" indent="0">
              <a:buNone/>
              <a:defRPr/>
            </a:pPr>
            <a:r>
              <a:rPr lang="en-IN"/>
              <a:t> from sklearn.model_selection import train_test_split</a:t>
            </a:r>
          </a:p>
          <a:p>
            <a:pPr marL="0" indent="0">
              <a:buNone/>
              <a:defRPr/>
            </a:pPr>
            <a:endParaRPr lang="en-IN"/>
          </a:p>
          <a:p>
            <a:pPr marL="0" indent="0">
              <a:buNone/>
              <a:defRPr/>
            </a:pPr>
            <a:r>
              <a:rPr lang="en-IN"/>
              <a:t> data = pd.read_csv(“Housing.csv”)</a:t>
            </a:r>
            <a:endParaRPr/>
          </a:p>
          <a:p>
            <a:pPr marL="0" indent="0">
              <a:buNone/>
              <a:defRPr/>
            </a:pPr>
            <a:r>
              <a:rPr lang="en-IN"/>
              <a:t> data = data.dropna()</a:t>
            </a:r>
            <a:endParaRPr/>
          </a:p>
          <a:p>
            <a:pPr marL="0" indent="0">
              <a:buNone/>
              <a:defRPr/>
            </a:pPr>
            <a:endParaRPr lang="en-IN"/>
          </a:p>
          <a:p>
            <a:pPr marL="0" indent="0">
              <a:buNone/>
              <a:defRPr/>
            </a:pPr>
            <a:r>
              <a:rPr lang="en-IN"/>
              <a:t> data = data.replace([‘yes’, ‘no’, ‘furnished’, ‘semi-furnished’, ‘unfurnished’], [True, False, 1, 0.5, 0]</a:t>
            </a:r>
            <a:endParaRPr/>
          </a:p>
          <a:p>
            <a:pPr marL="0" indent="0">
              <a:buNone/>
              <a:defRPr/>
            </a:pPr>
            <a:r>
              <a:rPr lang="en-IN"/>
              <a:t> print(data.head())</a:t>
            </a:r>
            <a:endParaRPr/>
          </a:p>
          <a:p>
            <a:pPr marL="0" indent="0">
              <a:buNone/>
              <a:defRPr/>
            </a:pPr>
            <a:endParaRPr lang="en-IN"/>
          </a:p>
          <a:p>
            <a:pPr marL="0" indent="0">
              <a:buNone/>
              <a:defRPr/>
            </a:pPr>
            <a:r>
              <a:rPr lang="en-IN"/>
              <a:t> y = data[‘price’]</a:t>
            </a:r>
            <a:endParaRPr/>
          </a:p>
          <a:p>
            <a:pPr marL="0" indent="0">
              <a:buNone/>
              <a:defRPr/>
            </a:pPr>
            <a:r>
              <a:rPr lang="en-IN"/>
              <a:t> print(y.head())</a:t>
            </a:r>
            <a:endParaRPr/>
          </a:p>
          <a:p>
            <a:pPr marL="0" indent="0">
              <a:buNone/>
              <a:defRPr/>
            </a:pPr>
            <a:endParaRPr lang="en-IN"/>
          </a:p>
          <a:p>
            <a:pPr marL="0" indent="0">
              <a:buNone/>
              <a:defRPr/>
            </a:pPr>
            <a:r>
              <a:rPr lang="en-IN"/>
              <a:t> x = data.drop([‘price’], axis = 1)</a:t>
            </a:r>
            <a:endParaRPr/>
          </a:p>
          <a:p>
            <a:pPr marL="0" indent="0">
              <a:buNone/>
              <a:defRPr/>
            </a:pPr>
            <a:r>
              <a:rPr lang="en-IN"/>
              <a:t> print(x.columns)</a:t>
            </a:r>
            <a:endParaRPr/>
          </a:p>
          <a:p>
            <a:pPr marL="0" indent="0">
              <a:buNone/>
              <a:defRPr/>
            </a:pPr>
            <a:endParaRPr lang="en-IN"/>
          </a:p>
          <a:p>
            <a:pPr marL="0" indent="0">
              <a:buNone/>
              <a:defRPr/>
            </a:pPr>
            <a:r>
              <a:rPr lang="en-IN"/>
              <a:t> x_train, x_test, y_train, y_test = train_test_split(x, y, test_size = 0.2)</a:t>
            </a:r>
            <a:endParaRPr/>
          </a:p>
          <a:p>
            <a:pPr marL="0" indent="0">
              <a:buNone/>
              <a:defRPr/>
            </a:pPr>
            <a:endParaRPr lang="en-IN"/>
          </a:p>
          <a:p>
            <a:pPr marL="0" indent="0">
              <a:buNone/>
              <a:defRPr/>
            </a:pPr>
            <a:r>
              <a:rPr lang="en-IN"/>
              <a:t> model = LinearRegression()</a:t>
            </a:r>
            <a:endParaRPr/>
          </a:p>
          <a:p>
            <a:pPr marL="0" indent="0">
              <a:buNone/>
              <a:defRPr/>
            </a:pPr>
            <a:r>
              <a:rPr lang="en-IN"/>
              <a:t> model.fit(x_train, y_train)</a:t>
            </a:r>
            <a:endParaRPr/>
          </a:p>
          <a:p>
            <a:pPr marL="0" indent="0">
              <a:buNone/>
              <a:defRPr/>
            </a:pPr>
            <a:r>
              <a:rPr lang="en-IN"/>
              <a:t> results = model.predict(x_test)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87937609" name="Title 1"/>
          <p:cNvSpPr>
            <a:spLocks noGrp="1"/>
          </p:cNvSpPr>
          <p:nvPr>
            <p:ph type="title"/>
          </p:nvPr>
        </p:nvSpPr>
        <p:spPr bwMode="auto"/>
        <p:txBody>
          <a:bodyPr/>
          <a:lstStyle/>
          <a:p>
            <a:pPr algn="ctr">
              <a:defRPr/>
            </a:pPr>
            <a:r>
              <a:rPr lang="en-IN" b="1">
                <a:solidFill>
                  <a:srgbClr val="FF0000"/>
                </a:solidFill>
                <a:latin typeface="+mn-lt"/>
              </a:rPr>
              <a:t>LOGISTIC</a:t>
            </a:r>
            <a:r>
              <a:rPr lang="en-IN" b="1" i="1">
                <a:solidFill>
                  <a:srgbClr val="FF0000"/>
                </a:solidFill>
                <a:latin typeface="+mn-lt"/>
              </a:rPr>
              <a:t> </a:t>
            </a:r>
            <a:r>
              <a:rPr lang="en-IN" b="1">
                <a:solidFill>
                  <a:srgbClr val="FF0000"/>
                </a:solidFill>
                <a:latin typeface="+mn-lt"/>
              </a:rPr>
              <a:t>REGRESSION</a:t>
            </a:r>
            <a:endParaRPr/>
          </a:p>
        </p:txBody>
      </p:sp>
      <p:pic>
        <p:nvPicPr>
          <p:cNvPr id="1866244768" name="Picture 3"/>
          <p:cNvPicPr/>
          <p:nvPr/>
        </p:nvPicPr>
        <p:blipFill rotWithShape="1">
          <a:blip r:embed="rId3"/>
          <a:stretch/>
        </p:blipFill>
        <p:spPr bwMode="auto">
          <a:xfrm>
            <a:off x="11503320" y="0"/>
            <a:ext cx="688680" cy="689040"/>
          </a:xfrm>
          <a:prstGeom prst="rect">
            <a:avLst/>
          </a:prstGeom>
          <a:ln w="0">
            <a:noFill/>
          </a:ln>
        </p:spPr>
      </p:pic>
      <p:sp>
        <p:nvSpPr>
          <p:cNvPr id="606260116" name="TextBox 5"/>
          <p:cNvSpPr txBox="1"/>
          <p:nvPr/>
        </p:nvSpPr>
        <p:spPr bwMode="auto">
          <a:xfrm>
            <a:off x="569627" y="1690688"/>
            <a:ext cx="11077408" cy="2246769"/>
          </a:xfrm>
          <a:prstGeom prst="rect">
            <a:avLst/>
          </a:prstGeom>
          <a:noFill/>
        </p:spPr>
        <p:txBody>
          <a:bodyPr wrap="square">
            <a:spAutoFit/>
          </a:bodyPr>
          <a:lstStyle/>
          <a:p>
            <a:pPr marL="342900" indent="-342900" algn="just">
              <a:buFont typeface="Arial"/>
              <a:buChar char="•"/>
              <a:defRPr/>
            </a:pPr>
            <a:r>
              <a:rPr lang="en-IN" sz="2000"/>
              <a:t>Logistic regression is one of the most popular Machine Learning Algorithm which is used for solving classification problems.</a:t>
            </a:r>
            <a:endParaRPr/>
          </a:p>
          <a:p>
            <a:pPr marL="342900" indent="-342900" algn="just">
              <a:buFont typeface="Arial"/>
              <a:buChar char="•"/>
              <a:defRPr/>
            </a:pPr>
            <a:r>
              <a:rPr lang="en-IN" sz="2000"/>
              <a:t>Logistic regression is used to predict the categorical variable with the help of independent variables.</a:t>
            </a:r>
            <a:endParaRPr/>
          </a:p>
          <a:p>
            <a:pPr marL="342900" indent="-342900" algn="just">
              <a:buFont typeface="Arial"/>
              <a:buChar char="•"/>
              <a:defRPr/>
            </a:pPr>
            <a:r>
              <a:rPr lang="en-IN" sz="2000"/>
              <a:t>The output of Logistic Regression problem can be only between 0 and 1.</a:t>
            </a:r>
            <a:endParaRPr/>
          </a:p>
          <a:p>
            <a:pPr marL="342900" indent="-342900" algn="just">
              <a:buFont typeface="Arial"/>
              <a:buChar char="•"/>
              <a:defRPr/>
            </a:pPr>
            <a:r>
              <a:rPr lang="en-IN" sz="2000"/>
              <a:t>Logistic regression can be used where the probabilities between two classes is required, such as whether it will rain today or not, either 0 or 1, true or false, etc.</a:t>
            </a:r>
            <a:endParaRPr/>
          </a:p>
          <a:p>
            <a:pPr marL="342900" indent="-342900" algn="just">
              <a:buFont typeface="Arial"/>
              <a:buChar char="•"/>
              <a:defRPr/>
            </a:pPr>
            <a:r>
              <a:rPr lang="en-IN" sz="2000"/>
              <a:t>Logistic regression is based on the concept of Maximum Likelihood estimation.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055593632" name="Picture 2" descr="A Gentle Introduction to Semi Supervised Learning | by Gayatri Sharma |  Medium"/>
          <p:cNvPicPr>
            <a:picLocks noChangeAspect="1" noChangeArrowheads="1"/>
          </p:cNvPicPr>
          <p:nvPr/>
        </p:nvPicPr>
        <p:blipFill rotWithShape="1">
          <a:blip r:embed="rId3"/>
          <a:stretch/>
        </p:blipFill>
        <p:spPr bwMode="auto">
          <a:xfrm>
            <a:off x="1002890" y="557213"/>
            <a:ext cx="10559845" cy="5743575"/>
          </a:xfrm>
          <a:prstGeom prst="rect">
            <a:avLst/>
          </a:prstGeom>
          <a:noFill/>
        </p:spPr>
      </p:pic>
      <p:pic>
        <p:nvPicPr>
          <p:cNvPr id="1153993986" name="Picture 3"/>
          <p:cNvPicPr/>
          <p:nvPr/>
        </p:nvPicPr>
        <p:blipFill rotWithShape="1">
          <a:blip r:embed="rId4"/>
          <a:stretch/>
        </p:blipFill>
        <p:spPr bwMode="auto">
          <a:xfrm>
            <a:off x="11336172" y="137652"/>
            <a:ext cx="688680" cy="68904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44364234" name="Picture 3"/>
          <p:cNvPicPr/>
          <p:nvPr/>
        </p:nvPicPr>
        <p:blipFill rotWithShape="1">
          <a:blip r:embed="rId3"/>
          <a:stretch/>
        </p:blipFill>
        <p:spPr bwMode="auto">
          <a:xfrm>
            <a:off x="11503320" y="0"/>
            <a:ext cx="688680" cy="689040"/>
          </a:xfrm>
          <a:prstGeom prst="rect">
            <a:avLst/>
          </a:prstGeom>
          <a:ln w="0">
            <a:noFill/>
          </a:ln>
        </p:spPr>
      </p:pic>
      <p:sp>
        <p:nvSpPr>
          <p:cNvPr id="1998697838" name="TextBox 4"/>
          <p:cNvSpPr txBox="1"/>
          <p:nvPr/>
        </p:nvSpPr>
        <p:spPr bwMode="auto">
          <a:xfrm>
            <a:off x="540773" y="1111045"/>
            <a:ext cx="10756491" cy="2585323"/>
          </a:xfrm>
          <a:prstGeom prst="rect">
            <a:avLst/>
          </a:prstGeom>
          <a:noFill/>
        </p:spPr>
        <p:txBody>
          <a:bodyPr wrap="square">
            <a:spAutoFit/>
          </a:bodyPr>
          <a:lstStyle/>
          <a:p>
            <a:pPr marL="0" indent="0">
              <a:buNone/>
              <a:defRPr/>
            </a:pPr>
            <a:r>
              <a:rPr lang="en-IN" b="1"/>
              <a:t>Working</a:t>
            </a:r>
            <a:endParaRPr/>
          </a:p>
          <a:p>
            <a:pPr algn="just">
              <a:defRPr/>
            </a:pPr>
            <a:r>
              <a:rPr lang="en-IN" sz="1800" b="1"/>
              <a:t>Linear Combination of Inputs </a:t>
            </a:r>
            <a:r>
              <a:rPr lang="en-IN" sz="1800"/>
              <a:t>– Logistic regression starts like Linear regression. It takes the input features and combines them using a weighted sum, similar to how linear regression finds a straight line. The equation looks like this:</a:t>
            </a:r>
            <a:endParaRPr/>
          </a:p>
          <a:p>
            <a:pPr marL="0" indent="0" algn="just">
              <a:buNone/>
              <a:defRPr/>
            </a:pPr>
            <a:r>
              <a:rPr lang="en-IN" sz="1800" b="1"/>
              <a:t>			z = mX + b</a:t>
            </a:r>
            <a:endParaRPr/>
          </a:p>
          <a:p>
            <a:pPr marL="0" indent="0" algn="just">
              <a:buNone/>
              <a:defRPr/>
            </a:pPr>
            <a:r>
              <a:rPr lang="en-IN" sz="1800" b="1"/>
              <a:t>    *  X </a:t>
            </a:r>
            <a:r>
              <a:rPr lang="en-IN" sz="1800"/>
              <a:t>is the input data.</a:t>
            </a:r>
            <a:endParaRPr/>
          </a:p>
          <a:p>
            <a:pPr marL="0" indent="0" algn="just">
              <a:buNone/>
              <a:defRPr/>
            </a:pPr>
            <a:r>
              <a:rPr lang="en-IN" sz="1800" b="1"/>
              <a:t>    *  m </a:t>
            </a:r>
            <a:r>
              <a:rPr lang="en-IN" sz="1800"/>
              <a:t>is the weight (slope)</a:t>
            </a:r>
            <a:endParaRPr/>
          </a:p>
          <a:p>
            <a:pPr marL="0" indent="0" algn="just">
              <a:buNone/>
              <a:defRPr/>
            </a:pPr>
            <a:r>
              <a:rPr lang="en-IN" sz="1800" b="1"/>
              <a:t>    *  b </a:t>
            </a:r>
            <a:r>
              <a:rPr lang="en-IN" sz="1800"/>
              <a:t>is the intercept</a:t>
            </a:r>
            <a:endParaRPr/>
          </a:p>
          <a:p>
            <a:pPr marL="0" indent="0" algn="just">
              <a:buNone/>
              <a:defRPr/>
            </a:pPr>
            <a:r>
              <a:rPr lang="en-IN" sz="1800" b="1"/>
              <a:t>    *  z </a:t>
            </a:r>
            <a:r>
              <a:rPr lang="en-IN" sz="1800"/>
              <a:t> is the result of this linear combination</a:t>
            </a:r>
            <a:endParaRPr lang="en-IN" sz="18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00460114" name="Picture 6"/>
          <p:cNvPicPr>
            <a:picLocks noChangeAspect="1"/>
          </p:cNvPicPr>
          <p:nvPr/>
        </p:nvPicPr>
        <p:blipFill rotWithShape="1">
          <a:blip r:embed="rId3"/>
          <a:stretch/>
        </p:blipFill>
        <p:spPr bwMode="auto">
          <a:xfrm>
            <a:off x="3223943" y="1651819"/>
            <a:ext cx="4347411" cy="1061884"/>
          </a:xfrm>
          <a:prstGeom prst="rect">
            <a:avLst/>
          </a:prstGeom>
        </p:spPr>
      </p:pic>
      <p:pic>
        <p:nvPicPr>
          <p:cNvPr id="2122467050" name="Picture 7"/>
          <p:cNvPicPr/>
          <p:nvPr/>
        </p:nvPicPr>
        <p:blipFill rotWithShape="1">
          <a:blip r:embed="rId4"/>
          <a:stretch/>
        </p:blipFill>
        <p:spPr bwMode="auto">
          <a:xfrm>
            <a:off x="11503320" y="0"/>
            <a:ext cx="688680" cy="689040"/>
          </a:xfrm>
          <a:prstGeom prst="rect">
            <a:avLst/>
          </a:prstGeom>
          <a:ln w="0">
            <a:noFill/>
          </a:ln>
        </p:spPr>
      </p:pic>
      <p:sp>
        <p:nvSpPr>
          <p:cNvPr id="1347830857" name="TextBox 3"/>
          <p:cNvSpPr txBox="1"/>
          <p:nvPr/>
        </p:nvSpPr>
        <p:spPr bwMode="auto">
          <a:xfrm>
            <a:off x="698089" y="897218"/>
            <a:ext cx="11071123" cy="4708981"/>
          </a:xfrm>
          <a:prstGeom prst="rect">
            <a:avLst/>
          </a:prstGeom>
          <a:noFill/>
        </p:spPr>
        <p:txBody>
          <a:bodyPr wrap="square">
            <a:spAutoFit/>
          </a:bodyPr>
          <a:lstStyle/>
          <a:p>
            <a:pPr algn="just">
              <a:defRPr/>
            </a:pPr>
            <a:r>
              <a:rPr lang="en-IN" sz="2000" b="1"/>
              <a:t>Sigmoid Function </a:t>
            </a:r>
            <a:r>
              <a:rPr lang="en-IN" sz="2000"/>
              <a:t>– Logistic Regression applies a sigmoid function to the result (z) of the linear combination. The sigmoid function squashes any real number into a value between 0 and 1. The sigmoid function looks like this:</a:t>
            </a:r>
            <a:endParaRPr/>
          </a:p>
          <a:p>
            <a:pPr algn="just">
              <a:defRPr/>
            </a:pPr>
            <a:endParaRPr lang="en-IN" sz="2000"/>
          </a:p>
          <a:p>
            <a:pPr algn="just">
              <a:defRPr/>
            </a:pPr>
            <a:endParaRPr lang="en-IN" sz="2000"/>
          </a:p>
          <a:p>
            <a:pPr algn="just">
              <a:defRPr/>
            </a:pPr>
            <a:endParaRPr lang="en-IN" sz="2000"/>
          </a:p>
          <a:p>
            <a:pPr marL="0" indent="0" algn="just">
              <a:buNone/>
              <a:defRPr/>
            </a:pPr>
            <a:r>
              <a:rPr lang="en-IN" sz="2000"/>
              <a:t>The result of this function is a probability between 0 and 1, which tells you how likely it is that an event will occur.</a:t>
            </a:r>
            <a:endParaRPr/>
          </a:p>
          <a:p>
            <a:pPr marL="0" indent="0" algn="just">
              <a:buNone/>
              <a:defRPr/>
            </a:pPr>
            <a:r>
              <a:rPr lang="en-IN" sz="2000"/>
              <a:t>    </a:t>
            </a:r>
            <a:r>
              <a:rPr lang="en-IN" sz="2000" b="1"/>
              <a:t>*  If the result is closer to 1: </a:t>
            </a:r>
            <a:r>
              <a:rPr lang="en-IN" sz="2000"/>
              <a:t>The event is more likely to happen.</a:t>
            </a:r>
            <a:endParaRPr/>
          </a:p>
          <a:p>
            <a:pPr marL="0" indent="0" algn="just">
              <a:buNone/>
              <a:defRPr/>
            </a:pPr>
            <a:r>
              <a:rPr lang="en-IN" sz="2000"/>
              <a:t>    </a:t>
            </a:r>
            <a:r>
              <a:rPr lang="en-IN" sz="2000" b="1"/>
              <a:t>*  If the result is closer to 0: </a:t>
            </a:r>
            <a:r>
              <a:rPr lang="en-IN" sz="2000"/>
              <a:t>The event is less likely to happen.</a:t>
            </a:r>
            <a:endParaRPr/>
          </a:p>
          <a:p>
            <a:pPr algn="just">
              <a:defRPr/>
            </a:pPr>
            <a:r>
              <a:rPr lang="en-IN" sz="2000" b="1"/>
              <a:t>Making Decision</a:t>
            </a:r>
            <a:r>
              <a:rPr lang="en-IN" sz="2000"/>
              <a:t> – Based on the probability from the sigmoid function, logistic regression then makes a decision:</a:t>
            </a:r>
            <a:endParaRPr/>
          </a:p>
          <a:p>
            <a:pPr marL="0" indent="0" algn="just">
              <a:buNone/>
              <a:defRPr/>
            </a:pPr>
            <a:r>
              <a:rPr lang="en-IN" sz="2000" b="1"/>
              <a:t>    *  </a:t>
            </a:r>
            <a:r>
              <a:rPr lang="en-IN" sz="2000"/>
              <a:t>If the probability is above a threshold(usually 0.5), it classifies the input as class 1.</a:t>
            </a:r>
            <a:endParaRPr/>
          </a:p>
          <a:p>
            <a:pPr marL="0" indent="0" algn="just">
              <a:buNone/>
              <a:defRPr/>
            </a:pPr>
            <a:r>
              <a:rPr lang="en-IN" sz="2000" b="1"/>
              <a:t>    *  </a:t>
            </a:r>
            <a:r>
              <a:rPr lang="en-IN" sz="2000"/>
              <a:t>If the probability is below the threshold, it classifies the input as class 0.</a:t>
            </a:r>
            <a:endParaRPr lang="en-IN" sz="2000" b="1"/>
          </a:p>
          <a:p>
            <a:pPr marL="0" indent="0" algn="just">
              <a:buNone/>
              <a:defRPr/>
            </a:pPr>
            <a:r>
              <a:rPr lang="en-IN" sz="2000" b="1"/>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59914969" name="Picture 3"/>
          <p:cNvPicPr/>
          <p:nvPr/>
        </p:nvPicPr>
        <p:blipFill rotWithShape="1">
          <a:blip r:embed="rId3"/>
          <a:stretch/>
        </p:blipFill>
        <p:spPr bwMode="auto">
          <a:xfrm>
            <a:off x="11441867" y="6838"/>
            <a:ext cx="688680" cy="689040"/>
          </a:xfrm>
          <a:prstGeom prst="rect">
            <a:avLst/>
          </a:prstGeom>
          <a:ln w="0">
            <a:noFill/>
          </a:ln>
        </p:spPr>
      </p:pic>
      <p:sp>
        <p:nvSpPr>
          <p:cNvPr id="1917161926" name="TextBox 4"/>
          <p:cNvSpPr txBox="1"/>
          <p:nvPr/>
        </p:nvSpPr>
        <p:spPr bwMode="auto">
          <a:xfrm>
            <a:off x="806245" y="668138"/>
            <a:ext cx="10225549" cy="6158609"/>
          </a:xfrm>
          <a:prstGeom prst="rect">
            <a:avLst/>
          </a:prstGeom>
          <a:noFill/>
        </p:spPr>
        <p:txBody>
          <a:bodyPr wrap="square">
            <a:spAutoFit/>
          </a:bodyPr>
          <a:lstStyle/>
          <a:p>
            <a:pPr indent="0">
              <a:lnSpc>
                <a:spcPct val="90000"/>
              </a:lnSpc>
              <a:spcBef>
                <a:spcPts val="1012"/>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b="1" spc="-1">
                <a:solidFill>
                  <a:srgbClr val="000000"/>
                </a:solidFill>
                <a:ea typeface="Aptos"/>
              </a:rPr>
              <a:t>Example </a:t>
            </a:r>
            <a:endParaRPr lang="en-US" sz="1800" b="1" strike="noStrike" spc="-1">
              <a:solidFill>
                <a:srgbClr val="000000"/>
              </a:solidFill>
              <a:ea typeface="Aptos"/>
            </a:endParaRPr>
          </a:p>
          <a:p>
            <a:pPr marL="0" indent="0">
              <a:buNone/>
              <a:defRPr/>
            </a:pPr>
            <a:r>
              <a:rPr lang="en-IN"/>
              <a:t>import pandas as pd</a:t>
            </a:r>
            <a:endParaRPr/>
          </a:p>
          <a:p>
            <a:pPr marL="0" indent="0">
              <a:buNone/>
              <a:defRPr/>
            </a:pPr>
            <a:r>
              <a:rPr lang="en-IN"/>
              <a:t>from sklearn.model_selection import train_test_split</a:t>
            </a:r>
          </a:p>
          <a:p>
            <a:pPr marL="0" indent="0">
              <a:buNone/>
              <a:defRPr/>
            </a:pPr>
            <a:r>
              <a:rPr lang="en-IN"/>
              <a:t>from sklearn.preprocessing import LabelEncoder</a:t>
            </a:r>
          </a:p>
          <a:p>
            <a:pPr marL="0" indent="0">
              <a:buNone/>
              <a:defRPr/>
            </a:pPr>
            <a:endParaRPr lang="en-IN"/>
          </a:p>
          <a:p>
            <a:pPr marL="0" indent="0">
              <a:buNone/>
              <a:defRPr/>
            </a:pPr>
            <a:endParaRPr lang="en-IN"/>
          </a:p>
          <a:p>
            <a:pPr marL="0" indent="0">
              <a:buNone/>
              <a:defRPr/>
            </a:pPr>
            <a:r>
              <a:rPr lang="en-IN"/>
              <a:t># Load the dataset from CSV</a:t>
            </a:r>
            <a:endParaRPr/>
          </a:p>
          <a:p>
            <a:pPr marL="0" indent="0">
              <a:buNone/>
              <a:defRPr/>
            </a:pPr>
            <a:r>
              <a:rPr lang="en-IN"/>
              <a:t>df = pd.read_csv("iris.csv")</a:t>
            </a:r>
            <a:endParaRPr/>
          </a:p>
          <a:p>
            <a:pPr marL="0" indent="0">
              <a:buNone/>
              <a:defRPr/>
            </a:pPr>
            <a:endParaRPr lang="en-IN"/>
          </a:p>
          <a:p>
            <a:pPr marL="0" indent="0">
              <a:buNone/>
              <a:defRPr/>
            </a:pPr>
            <a:r>
              <a:rPr lang="en-IN"/>
              <a:t># Display first 5 rows</a:t>
            </a:r>
            <a:endParaRPr/>
          </a:p>
          <a:p>
            <a:pPr marL="0" indent="0">
              <a:buNone/>
              <a:defRPr/>
            </a:pPr>
            <a:r>
              <a:rPr lang="en-IN"/>
              <a:t>print(df.head())</a:t>
            </a:r>
            <a:endParaRPr/>
          </a:p>
          <a:p>
            <a:pPr marL="0" indent="0">
              <a:buNone/>
              <a:defRPr/>
            </a:pPr>
            <a:endParaRPr lang="en-IN"/>
          </a:p>
          <a:p>
            <a:pPr marL="0" indent="0">
              <a:buNone/>
              <a:defRPr/>
            </a:pPr>
            <a:r>
              <a:rPr lang="en-IN"/>
              <a:t># Separate features and target variable</a:t>
            </a:r>
            <a:endParaRPr/>
          </a:p>
          <a:p>
            <a:pPr marL="0" indent="0">
              <a:buNone/>
              <a:defRPr/>
            </a:pPr>
            <a:r>
              <a:rPr lang="en-IN"/>
              <a:t>X = df.drop(columns=["species"])  # Features (sepal/petal length &amp; width)</a:t>
            </a:r>
            <a:endParaRPr/>
          </a:p>
          <a:p>
            <a:pPr marL="0" indent="0">
              <a:buNone/>
              <a:defRPr/>
            </a:pPr>
            <a:r>
              <a:rPr lang="en-IN"/>
              <a:t>y = df["species"]  # Target (flower species)</a:t>
            </a:r>
            <a:endParaRPr/>
          </a:p>
          <a:p>
            <a:pPr marL="0" indent="0">
              <a:buNone/>
              <a:defRPr/>
            </a:pPr>
            <a:endParaRPr lang="en-IN"/>
          </a:p>
          <a:p>
            <a:pPr marL="0" indent="0">
              <a:buNone/>
              <a:defRPr/>
            </a:pPr>
            <a:r>
              <a:rPr lang="en-IN"/>
              <a:t># Convert categorical species column to numeric</a:t>
            </a:r>
            <a:endParaRPr/>
          </a:p>
          <a:p>
            <a:pPr marL="0" indent="0">
              <a:buNone/>
              <a:defRPr/>
            </a:pPr>
            <a:r>
              <a:rPr lang="en-IN"/>
              <a:t>le = LabelEncoder()</a:t>
            </a:r>
            <a:endParaRPr/>
          </a:p>
          <a:p>
            <a:pPr marL="0" indent="0">
              <a:buNone/>
              <a:defRPr/>
            </a:pPr>
            <a:r>
              <a:rPr lang="en-IN"/>
              <a:t>y = le.fit_transform(y)  # Converts "setosa", "versicolor", "virginica" to 0, 1, 2</a:t>
            </a:r>
            <a:endParaRPr/>
          </a:p>
          <a:p>
            <a:pPr marL="0" indent="0">
              <a:buNone/>
              <a:defRPr/>
            </a:pPr>
            <a:endParaRPr lang="en-IN"/>
          </a:p>
          <a:p>
            <a:pPr marL="0" indent="0">
              <a:buNone/>
              <a:defRPr/>
            </a:pPr>
            <a:r>
              <a:rPr lang="en-IN"/>
              <a:t># Split into training (80%) and testing (20%) sets</a:t>
            </a:r>
            <a:endParaRPr/>
          </a:p>
          <a:p>
            <a:pPr marL="0" indent="0">
              <a:buNone/>
              <a:defRPr/>
            </a:pPr>
            <a:r>
              <a:rPr lang="en-IN"/>
              <a:t>X_train, X_test, y_train, y_test = train_test_split(X, y, test_size=0.2, random_state=42)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95442951" name="TextBox 3"/>
          <p:cNvSpPr txBox="1"/>
          <p:nvPr/>
        </p:nvSpPr>
        <p:spPr bwMode="auto">
          <a:xfrm>
            <a:off x="899160" y="624840"/>
            <a:ext cx="10424160" cy="3477875"/>
          </a:xfrm>
          <a:prstGeom prst="rect">
            <a:avLst/>
          </a:prstGeom>
          <a:noFill/>
        </p:spPr>
        <p:txBody>
          <a:bodyPr wrap="square" rtlCol="0">
            <a:spAutoFit/>
          </a:bodyPr>
          <a:lstStyle/>
          <a:p>
            <a:pPr>
              <a:defRPr/>
            </a:pPr>
            <a:r>
              <a:rPr lang="en-IN" sz="2000"/>
              <a:t>from sklearn.linear_model import LogisticRegression</a:t>
            </a:r>
            <a:endParaRPr/>
          </a:p>
          <a:p>
            <a:pPr>
              <a:defRPr/>
            </a:pPr>
            <a:endParaRPr lang="en-IN" sz="2000"/>
          </a:p>
          <a:p>
            <a:pPr>
              <a:defRPr/>
            </a:pPr>
            <a:r>
              <a:rPr lang="en-IN" sz="2000"/>
              <a:t># Initialize Logistic Regression model</a:t>
            </a:r>
            <a:endParaRPr/>
          </a:p>
          <a:p>
            <a:pPr>
              <a:defRPr/>
            </a:pPr>
            <a:r>
              <a:rPr lang="en-IN" sz="2000"/>
              <a:t>model = LogisticRegression(max_iter=200)</a:t>
            </a:r>
            <a:endParaRPr/>
          </a:p>
          <a:p>
            <a:pPr>
              <a:defRPr/>
            </a:pPr>
            <a:endParaRPr lang="en-IN" sz="2000"/>
          </a:p>
          <a:p>
            <a:pPr>
              <a:defRPr/>
            </a:pPr>
            <a:r>
              <a:rPr lang="en-IN" sz="2000"/>
              <a:t># Train the model</a:t>
            </a:r>
            <a:endParaRPr/>
          </a:p>
          <a:p>
            <a:pPr>
              <a:defRPr/>
            </a:pPr>
            <a:r>
              <a:rPr lang="en-IN" sz="2000"/>
              <a:t>model.fit(X_train, y_train)</a:t>
            </a:r>
            <a:endParaRPr/>
          </a:p>
          <a:p>
            <a:pPr>
              <a:defRPr/>
            </a:pPr>
            <a:endParaRPr lang="en-IN" sz="2000"/>
          </a:p>
          <a:p>
            <a:pPr>
              <a:defRPr/>
            </a:pPr>
            <a:r>
              <a:rPr lang="en-IN" sz="2000"/>
              <a:t># Make predictions</a:t>
            </a:r>
            <a:endParaRPr/>
          </a:p>
          <a:p>
            <a:pPr>
              <a:defRPr/>
            </a:pPr>
            <a:r>
              <a:rPr lang="en-IN" sz="2000"/>
              <a:t>y_pred = model.predict(X_test)</a:t>
            </a:r>
            <a:endParaRPr/>
          </a:p>
          <a:p>
            <a:pPr>
              <a:defRPr/>
            </a:pPr>
            <a:endParaRPr lang="en-IN" sz="2000"/>
          </a:p>
        </p:txBody>
      </p:sp>
      <p:pic>
        <p:nvPicPr>
          <p:cNvPr id="251038894" name="Picture 4"/>
          <p:cNvPicPr/>
          <p:nvPr/>
        </p:nvPicPr>
        <p:blipFill rotWithShape="1">
          <a:blip r:embed="rId3"/>
          <a:stretch/>
        </p:blipFill>
        <p:spPr bwMode="auto">
          <a:xfrm>
            <a:off x="11292840" y="280320"/>
            <a:ext cx="688680" cy="689040"/>
          </a:xfrm>
          <a:prstGeom prst="rect">
            <a:avLst/>
          </a:prstGeom>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93909556" name="Picture 3"/>
          <p:cNvPicPr/>
          <p:nvPr/>
        </p:nvPicPr>
        <p:blipFill rotWithShape="1">
          <a:blip r:embed="rId3"/>
          <a:stretch/>
        </p:blipFill>
        <p:spPr bwMode="auto">
          <a:xfrm>
            <a:off x="11369207" y="109728"/>
            <a:ext cx="688680" cy="689040"/>
          </a:xfrm>
          <a:prstGeom prst="rect">
            <a:avLst/>
          </a:prstGeom>
          <a:ln w="0">
            <a:noFill/>
          </a:ln>
        </p:spPr>
      </p:pic>
      <p:sp>
        <p:nvSpPr>
          <p:cNvPr id="295167217" name="TextBox 4"/>
          <p:cNvSpPr txBox="1"/>
          <p:nvPr/>
        </p:nvSpPr>
        <p:spPr bwMode="auto">
          <a:xfrm>
            <a:off x="377951" y="341375"/>
            <a:ext cx="10991256" cy="5693865"/>
          </a:xfrm>
          <a:prstGeom prst="rect">
            <a:avLst/>
          </a:prstGeom>
          <a:noFill/>
        </p:spPr>
        <p:txBody>
          <a:bodyPr wrap="square" rtlCol="0">
            <a:spAutoFit/>
          </a:bodyPr>
          <a:lstStyle/>
          <a:p>
            <a:pPr>
              <a:defRPr/>
            </a:pPr>
            <a:r>
              <a:rPr lang="en-IN" sz="2400" b="1">
                <a:solidFill>
                  <a:srgbClr val="FF0000"/>
                </a:solidFill>
              </a:rPr>
              <a:t>Regression Metrics</a:t>
            </a:r>
            <a:endParaRPr/>
          </a:p>
          <a:p>
            <a:pPr>
              <a:defRPr/>
            </a:pPr>
            <a:r>
              <a:rPr lang="en-US" sz="2000"/>
              <a:t>Regression metrics help evaluate how well a regression model predicts continuous values. These metrics measure the error between actual and predicted values.</a:t>
            </a:r>
            <a:endParaRPr lang="en-IN" sz="2000"/>
          </a:p>
          <a:p>
            <a:pPr marL="342900" indent="-342900">
              <a:buFont typeface="Arial"/>
              <a:buChar char="•"/>
              <a:defRPr/>
            </a:pPr>
            <a:endParaRPr lang="en-IN" sz="2000"/>
          </a:p>
          <a:p>
            <a:pPr marL="342900" indent="-342900">
              <a:buFont typeface="Arial"/>
              <a:buChar char="•"/>
              <a:defRPr/>
            </a:pPr>
            <a:r>
              <a:rPr lang="en-IN" sz="2000" b="1">
                <a:solidFill>
                  <a:srgbClr val="FF0000"/>
                </a:solidFill>
              </a:rPr>
              <a:t>Mean Squared Error (MSE) </a:t>
            </a:r>
            <a:r>
              <a:rPr lang="en-IN" sz="2000"/>
              <a:t>- </a:t>
            </a:r>
            <a:r>
              <a:rPr lang="en-US" sz="2000"/>
              <a:t>Measures the average squared difference between actual and predicted values.</a:t>
            </a:r>
            <a:endParaRPr/>
          </a:p>
          <a:p>
            <a:pPr marL="342900" indent="-342900">
              <a:buFont typeface="Arial"/>
              <a:buChar char="•"/>
              <a:defRPr/>
            </a:pPr>
            <a:endParaRPr lang="en-US" sz="2000" b="1"/>
          </a:p>
          <a:p>
            <a:pPr>
              <a:defRPr/>
            </a:pPr>
            <a:endParaRPr lang="en-IN" sz="2000" b="1"/>
          </a:p>
          <a:p>
            <a:pPr>
              <a:defRPr/>
            </a:pPr>
            <a:r>
              <a:rPr lang="en-IN" sz="2000" b="1"/>
              <a:t>Interpretation: </a:t>
            </a:r>
            <a:r>
              <a:rPr lang="en-IN" sz="2000"/>
              <a:t>Larger errors are penalized more due to squaring.</a:t>
            </a:r>
            <a:endParaRPr/>
          </a:p>
          <a:p>
            <a:pPr>
              <a:defRPr/>
            </a:pPr>
            <a:r>
              <a:rPr lang="en-IN" sz="2000" b="1"/>
              <a:t>Best for: </a:t>
            </a:r>
            <a:r>
              <a:rPr lang="en-IN" sz="2000"/>
              <a:t>When larger error need to be heavily penalized.</a:t>
            </a:r>
            <a:endParaRPr/>
          </a:p>
          <a:p>
            <a:pPr>
              <a:defRPr/>
            </a:pPr>
            <a:endParaRPr lang="en-IN" sz="2000" b="1"/>
          </a:p>
          <a:p>
            <a:pPr marL="342900" indent="-342900">
              <a:buFont typeface="Arial"/>
              <a:buChar char="•"/>
              <a:defRPr/>
            </a:pPr>
            <a:r>
              <a:rPr lang="en-IN" sz="2000" b="1">
                <a:solidFill>
                  <a:srgbClr val="FF0000"/>
                </a:solidFill>
              </a:rPr>
              <a:t>Mean Absolute Error (MAE) </a:t>
            </a:r>
            <a:r>
              <a:rPr lang="en-IN" sz="2000"/>
              <a:t>- </a:t>
            </a:r>
            <a:r>
              <a:rPr lang="en-US" sz="2000"/>
              <a:t>Measures the average absolute difference between actual and predicted values.</a:t>
            </a:r>
            <a:endParaRPr/>
          </a:p>
          <a:p>
            <a:pPr>
              <a:defRPr/>
            </a:pPr>
            <a:endParaRPr lang="en-US" sz="2000"/>
          </a:p>
          <a:p>
            <a:pPr>
              <a:defRPr/>
            </a:pPr>
            <a:endParaRPr lang="en-US" sz="2000"/>
          </a:p>
          <a:p>
            <a:pPr>
              <a:defRPr/>
            </a:pPr>
            <a:r>
              <a:rPr lang="en-US" sz="2000" b="1"/>
              <a:t>Interpretation: </a:t>
            </a:r>
            <a:r>
              <a:rPr lang="en-US" sz="2000"/>
              <a:t>Lower MAE means better performance.</a:t>
            </a:r>
            <a:endParaRPr/>
          </a:p>
          <a:p>
            <a:pPr>
              <a:defRPr/>
            </a:pPr>
            <a:r>
              <a:rPr lang="en-US" sz="2000" b="1"/>
              <a:t>Best for: </a:t>
            </a:r>
            <a:r>
              <a:rPr lang="en-US" sz="2000"/>
              <a:t>When all errors are equally important.</a:t>
            </a:r>
            <a:endParaRPr lang="en-US" sz="2000" b="1"/>
          </a:p>
          <a:p>
            <a:pPr>
              <a:defRPr/>
            </a:pPr>
            <a:endParaRPr lang="en-US" sz="2000" b="1"/>
          </a:p>
        </p:txBody>
      </p:sp>
      <p:pic>
        <p:nvPicPr>
          <p:cNvPr id="1074850024" name="Picture 6"/>
          <p:cNvPicPr>
            <a:picLocks noChangeAspect="1"/>
          </p:cNvPicPr>
          <p:nvPr/>
        </p:nvPicPr>
        <p:blipFill rotWithShape="1">
          <a:blip r:embed="rId4"/>
          <a:stretch/>
        </p:blipFill>
        <p:spPr bwMode="auto">
          <a:xfrm>
            <a:off x="2253251" y="1990902"/>
            <a:ext cx="2467319" cy="676368"/>
          </a:xfrm>
          <a:prstGeom prst="rect">
            <a:avLst/>
          </a:prstGeom>
        </p:spPr>
      </p:pic>
      <p:pic>
        <p:nvPicPr>
          <p:cNvPr id="2006684795" name="Picture 11"/>
          <p:cNvPicPr>
            <a:picLocks noChangeAspect="1"/>
          </p:cNvPicPr>
          <p:nvPr/>
        </p:nvPicPr>
        <p:blipFill rotWithShape="1">
          <a:blip r:embed="rId5"/>
          <a:stretch/>
        </p:blipFill>
        <p:spPr bwMode="auto">
          <a:xfrm>
            <a:off x="2635398" y="4316798"/>
            <a:ext cx="2410160" cy="67636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39975825" name="Picture 3"/>
          <p:cNvPicPr/>
          <p:nvPr/>
        </p:nvPicPr>
        <p:blipFill rotWithShape="1">
          <a:blip r:embed="rId3"/>
          <a:stretch/>
        </p:blipFill>
        <p:spPr bwMode="auto">
          <a:xfrm>
            <a:off x="11369207" y="109728"/>
            <a:ext cx="688680" cy="689040"/>
          </a:xfrm>
          <a:prstGeom prst="rect">
            <a:avLst/>
          </a:prstGeom>
          <a:ln w="0">
            <a:noFill/>
          </a:ln>
        </p:spPr>
      </p:pic>
      <p:sp>
        <p:nvSpPr>
          <p:cNvPr id="1216265608" name="TextBox 4"/>
          <p:cNvSpPr txBox="1"/>
          <p:nvPr/>
        </p:nvSpPr>
        <p:spPr bwMode="auto">
          <a:xfrm>
            <a:off x="829055" y="548640"/>
            <a:ext cx="10692384" cy="5940087"/>
          </a:xfrm>
          <a:prstGeom prst="rect">
            <a:avLst/>
          </a:prstGeom>
          <a:noFill/>
        </p:spPr>
        <p:txBody>
          <a:bodyPr wrap="square" rtlCol="0">
            <a:spAutoFit/>
          </a:bodyPr>
          <a:lstStyle/>
          <a:p>
            <a:pPr marL="342900" indent="-342900">
              <a:buFont typeface="Arial"/>
              <a:buChar char="•"/>
              <a:defRPr/>
            </a:pPr>
            <a:r>
              <a:rPr lang="en-IN" sz="2000" b="1">
                <a:solidFill>
                  <a:srgbClr val="FF0000"/>
                </a:solidFill>
              </a:rPr>
              <a:t>Root Mean Squared Error (RMSE) </a:t>
            </a:r>
            <a:r>
              <a:rPr lang="en-IN" sz="2000"/>
              <a:t>– Square root of MSE, bringing error back to original units.</a:t>
            </a:r>
            <a:endParaRPr/>
          </a:p>
          <a:p>
            <a:pPr>
              <a:defRPr/>
            </a:pPr>
            <a:endParaRPr lang="en-IN" sz="2000" b="1"/>
          </a:p>
          <a:p>
            <a:pPr>
              <a:defRPr/>
            </a:pPr>
            <a:endParaRPr lang="en-IN" sz="2000" b="1"/>
          </a:p>
          <a:p>
            <a:pPr>
              <a:defRPr/>
            </a:pPr>
            <a:r>
              <a:rPr lang="en-IN" sz="2000" b="1"/>
              <a:t>Interpretation: </a:t>
            </a:r>
            <a:r>
              <a:rPr lang="en-IN" sz="2000"/>
              <a:t>Lower RMSE means better performance.</a:t>
            </a:r>
            <a:endParaRPr/>
          </a:p>
          <a:p>
            <a:pPr>
              <a:defRPr/>
            </a:pPr>
            <a:r>
              <a:rPr lang="en-IN" sz="2000" b="1"/>
              <a:t>Best for: </a:t>
            </a:r>
            <a:r>
              <a:rPr lang="en-IN" sz="2000"/>
              <a:t>When large errors should be penalized but still interpretable.</a:t>
            </a:r>
            <a:endParaRPr/>
          </a:p>
          <a:p>
            <a:pPr>
              <a:defRPr/>
            </a:pPr>
            <a:endParaRPr lang="en-IN" sz="2000" b="1"/>
          </a:p>
          <a:p>
            <a:pPr marL="342900" indent="-342900">
              <a:buFont typeface="Arial"/>
              <a:buChar char="•"/>
              <a:defRPr/>
            </a:pPr>
            <a:r>
              <a:rPr lang="en-IN" sz="2000" b="1">
                <a:solidFill>
                  <a:srgbClr val="FF0000"/>
                </a:solidFill>
              </a:rPr>
              <a:t>R-Squared – Coefficient of Determination </a:t>
            </a:r>
            <a:r>
              <a:rPr lang="en-IN" sz="2000"/>
              <a:t>– Measures how well independent variables explain the variance in the dependent variable.</a:t>
            </a:r>
            <a:endParaRPr/>
          </a:p>
          <a:p>
            <a:pPr>
              <a:defRPr/>
            </a:pPr>
            <a:endParaRPr lang="en-IN" sz="2000" b="1"/>
          </a:p>
          <a:p>
            <a:pPr>
              <a:defRPr/>
            </a:pPr>
            <a:endParaRPr lang="en-IN" sz="2000" b="1"/>
          </a:p>
          <a:p>
            <a:pPr>
              <a:defRPr/>
            </a:pPr>
            <a:endParaRPr lang="en-IN" sz="2000" b="1"/>
          </a:p>
          <a:p>
            <a:pPr>
              <a:defRPr/>
            </a:pPr>
            <a:r>
              <a:rPr lang="en-IN" sz="2000"/>
              <a:t> where:</a:t>
            </a:r>
            <a:endParaRPr/>
          </a:p>
          <a:p>
            <a:pPr>
              <a:defRPr/>
            </a:pPr>
            <a:r>
              <a:rPr lang="en-IN" sz="2000"/>
              <a:t>  *  SS</a:t>
            </a:r>
            <a:r>
              <a:rPr lang="en-IN" sz="1200"/>
              <a:t>res</a:t>
            </a:r>
            <a:r>
              <a:rPr lang="en-IN" sz="2000"/>
              <a:t> = Sum of squared residuals</a:t>
            </a:r>
            <a:endParaRPr/>
          </a:p>
          <a:p>
            <a:pPr>
              <a:defRPr/>
            </a:pPr>
            <a:r>
              <a:rPr lang="en-IN" sz="2000"/>
              <a:t>  *  SS</a:t>
            </a:r>
            <a:r>
              <a:rPr lang="en-IN" sz="1200"/>
              <a:t>tot</a:t>
            </a:r>
            <a:r>
              <a:rPr lang="en-IN" sz="2000"/>
              <a:t> =  Total sum of squares</a:t>
            </a:r>
            <a:endParaRPr/>
          </a:p>
          <a:p>
            <a:pPr>
              <a:defRPr/>
            </a:pPr>
            <a:r>
              <a:rPr lang="en-IN" sz="2000" b="1"/>
              <a:t>Interpretation: </a:t>
            </a:r>
            <a:endParaRPr/>
          </a:p>
          <a:p>
            <a:pPr>
              <a:defRPr/>
            </a:pPr>
            <a:r>
              <a:rPr lang="en-IN" sz="2000" b="1"/>
              <a:t>	</a:t>
            </a:r>
            <a:r>
              <a:rPr lang="en-IN" sz="2000"/>
              <a:t>R-square = 1  Perfect model</a:t>
            </a:r>
            <a:endParaRPr/>
          </a:p>
          <a:p>
            <a:pPr>
              <a:defRPr/>
            </a:pPr>
            <a:r>
              <a:rPr lang="en-IN" sz="2000" b="1"/>
              <a:t>	</a:t>
            </a:r>
            <a:r>
              <a:rPr lang="en-IN" sz="2000"/>
              <a:t>R-square = 0  Model explains nothing</a:t>
            </a:r>
            <a:endParaRPr/>
          </a:p>
          <a:p>
            <a:pPr>
              <a:defRPr/>
            </a:pPr>
            <a:r>
              <a:rPr lang="en-IN" sz="2000"/>
              <a:t>	R-square &lt; 0  Worse than just predicting the mean</a:t>
            </a:r>
            <a:endParaRPr/>
          </a:p>
          <a:p>
            <a:pPr>
              <a:defRPr/>
            </a:pPr>
            <a:r>
              <a:rPr lang="en-IN" sz="2000" b="1"/>
              <a:t>Best for: </a:t>
            </a:r>
            <a:r>
              <a:rPr lang="en-IN" sz="2000"/>
              <a:t>Checking how well the model fits the data.</a:t>
            </a:r>
            <a:endParaRPr lang="en-IN" sz="2000" b="1"/>
          </a:p>
        </p:txBody>
      </p:sp>
      <p:pic>
        <p:nvPicPr>
          <p:cNvPr id="194211841" name="Picture 6"/>
          <p:cNvPicPr>
            <a:picLocks noChangeAspect="1"/>
          </p:cNvPicPr>
          <p:nvPr/>
        </p:nvPicPr>
        <p:blipFill rotWithShape="1">
          <a:blip r:embed="rId4"/>
          <a:stretch/>
        </p:blipFill>
        <p:spPr bwMode="auto">
          <a:xfrm>
            <a:off x="2530083" y="1002246"/>
            <a:ext cx="1962423" cy="362000"/>
          </a:xfrm>
          <a:prstGeom prst="rect">
            <a:avLst/>
          </a:prstGeom>
        </p:spPr>
      </p:pic>
      <p:pic>
        <p:nvPicPr>
          <p:cNvPr id="340845191" name="Picture 8"/>
          <p:cNvPicPr>
            <a:picLocks noChangeAspect="1"/>
          </p:cNvPicPr>
          <p:nvPr/>
        </p:nvPicPr>
        <p:blipFill rotWithShape="1">
          <a:blip r:embed="rId5"/>
          <a:stretch/>
        </p:blipFill>
        <p:spPr bwMode="auto">
          <a:xfrm>
            <a:off x="2733545" y="3019367"/>
            <a:ext cx="2216405" cy="85768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68277731" name="Title 1"/>
          <p:cNvSpPr>
            <a:spLocks noGrp="1"/>
          </p:cNvSpPr>
          <p:nvPr>
            <p:ph type="title"/>
          </p:nvPr>
        </p:nvSpPr>
        <p:spPr bwMode="auto">
          <a:xfrm>
            <a:off x="838200" y="365126"/>
            <a:ext cx="10515600" cy="689040"/>
          </a:xfrm>
        </p:spPr>
        <p:txBody>
          <a:bodyPr>
            <a:normAutofit fontScale="90000"/>
          </a:bodyPr>
          <a:lstStyle/>
          <a:p>
            <a:pPr algn="ctr">
              <a:defRPr/>
            </a:pPr>
            <a:r>
              <a:rPr lang="en-IN" b="1">
                <a:solidFill>
                  <a:srgbClr val="FF0000"/>
                </a:solidFill>
                <a:latin typeface="+mn-lt"/>
              </a:rPr>
              <a:t>DECISION TREE ALGORITHM</a:t>
            </a:r>
            <a:endParaRPr/>
          </a:p>
        </p:txBody>
      </p:sp>
      <p:pic>
        <p:nvPicPr>
          <p:cNvPr id="1011001" name="Picture 3"/>
          <p:cNvPicPr/>
          <p:nvPr/>
        </p:nvPicPr>
        <p:blipFill rotWithShape="1">
          <a:blip r:embed="rId3"/>
          <a:stretch/>
        </p:blipFill>
        <p:spPr bwMode="auto">
          <a:xfrm>
            <a:off x="11503320" y="20605"/>
            <a:ext cx="688680" cy="689040"/>
          </a:xfrm>
          <a:prstGeom prst="rect">
            <a:avLst/>
          </a:prstGeom>
          <a:ln w="0">
            <a:noFill/>
          </a:ln>
        </p:spPr>
      </p:pic>
      <p:sp>
        <p:nvSpPr>
          <p:cNvPr id="2057841688" name="TextBox 5"/>
          <p:cNvSpPr txBox="1"/>
          <p:nvPr/>
        </p:nvSpPr>
        <p:spPr bwMode="auto">
          <a:xfrm>
            <a:off x="314633" y="1927123"/>
            <a:ext cx="11454580" cy="3477875"/>
          </a:xfrm>
          <a:prstGeom prst="rect">
            <a:avLst/>
          </a:prstGeom>
          <a:noFill/>
        </p:spPr>
        <p:txBody>
          <a:bodyPr wrap="square">
            <a:spAutoFit/>
          </a:bodyPr>
          <a:lstStyle/>
          <a:p>
            <a:pPr marL="342900" indent="-342900" algn="just">
              <a:buFont typeface="Arial"/>
              <a:buChar char="•"/>
              <a:defRPr/>
            </a:pPr>
            <a:r>
              <a:rPr lang="en-IN" sz="2000"/>
              <a:t>Decision tree is a supervised learning technique that can be used for both classification and regression problems, but mostly it is preferred for solving classification problems.</a:t>
            </a:r>
            <a:endParaRPr/>
          </a:p>
          <a:p>
            <a:pPr marL="0" indent="0" algn="just">
              <a:buNone/>
              <a:defRPr/>
            </a:pPr>
            <a:r>
              <a:rPr lang="en-IN" sz="2000" b="1"/>
              <a:t>Working</a:t>
            </a:r>
            <a:endParaRPr/>
          </a:p>
          <a:p>
            <a:pPr algn="just">
              <a:defRPr/>
            </a:pPr>
            <a:r>
              <a:rPr lang="en-IN" sz="2000" b="1"/>
              <a:t>Start with a Question (Root Node) </a:t>
            </a:r>
            <a:r>
              <a:rPr lang="en-IN" sz="2000"/>
              <a:t>– The tree starts with a big question. This is the root node, the starting point of the tree.</a:t>
            </a:r>
            <a:endParaRPr/>
          </a:p>
          <a:p>
            <a:pPr algn="just">
              <a:defRPr/>
            </a:pPr>
            <a:r>
              <a:rPr lang="en-IN" sz="2000" b="1"/>
              <a:t>Split based on Answers (Branches and Nodes) </a:t>
            </a:r>
            <a:r>
              <a:rPr lang="en-IN" sz="2000"/>
              <a:t>– Each question has yes/no (true/false) answers or multiple choices. Based on the answer, the decision moves to the next question (a node). This process continues, splitting the data at each step.</a:t>
            </a:r>
            <a:endParaRPr/>
          </a:p>
          <a:p>
            <a:pPr algn="just">
              <a:defRPr/>
            </a:pPr>
            <a:r>
              <a:rPr lang="en-IN" sz="2000" b="1"/>
              <a:t>Continue splitting until a Final decision is reached (Leaf Node) </a:t>
            </a:r>
            <a:r>
              <a:rPr lang="en-IN" sz="2000"/>
              <a:t>– The tree keeps asking questions until it reaches a final decision (a leaf node). This could be a classification. </a:t>
            </a:r>
            <a:endParaRPr lang="en-IN" sz="2000" b="1"/>
          </a:p>
          <a:p>
            <a:pPr algn="just">
              <a:defRPr/>
            </a:pPr>
            <a:endParaRPr lang="en-IN" sz="20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175516951" name="Picture 4"/>
          <p:cNvPicPr>
            <a:picLocks noChangeAspect="1"/>
          </p:cNvPicPr>
          <p:nvPr/>
        </p:nvPicPr>
        <p:blipFill rotWithShape="1">
          <a:blip r:embed="rId3"/>
          <a:srcRect b="3831"/>
          <a:stretch/>
        </p:blipFill>
        <p:spPr bwMode="auto">
          <a:xfrm>
            <a:off x="2438400" y="342469"/>
            <a:ext cx="7818120" cy="5936411"/>
          </a:xfrm>
          <a:prstGeom prst="rect">
            <a:avLst/>
          </a:prstGeom>
        </p:spPr>
      </p:pic>
      <p:sp>
        <p:nvSpPr>
          <p:cNvPr id="1507215037" name="Rectangle 5"/>
          <p:cNvSpPr/>
          <p:nvPr/>
        </p:nvSpPr>
        <p:spPr bwMode="auto">
          <a:xfrm>
            <a:off x="9204960" y="1920240"/>
            <a:ext cx="304800" cy="45415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pic>
        <p:nvPicPr>
          <p:cNvPr id="1996194772" name="Picture 6"/>
          <p:cNvPicPr/>
          <p:nvPr/>
        </p:nvPicPr>
        <p:blipFill rotWithShape="1">
          <a:blip r:embed="rId4"/>
          <a:stretch/>
        </p:blipFill>
        <p:spPr bwMode="auto">
          <a:xfrm>
            <a:off x="11289960" y="157765"/>
            <a:ext cx="688680" cy="689040"/>
          </a:xfrm>
          <a:prstGeom prst="rect">
            <a:avLst/>
          </a:prstGeom>
          <a:ln w="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985155599" name="Picture 3"/>
          <p:cNvPicPr/>
          <p:nvPr/>
        </p:nvPicPr>
        <p:blipFill rotWithShape="1">
          <a:blip r:embed="rId3"/>
          <a:stretch/>
        </p:blipFill>
        <p:spPr bwMode="auto">
          <a:xfrm>
            <a:off x="11503320" y="0"/>
            <a:ext cx="688680" cy="689040"/>
          </a:xfrm>
          <a:prstGeom prst="rect">
            <a:avLst/>
          </a:prstGeom>
          <a:ln w="0">
            <a:noFill/>
          </a:ln>
        </p:spPr>
      </p:pic>
      <p:sp>
        <p:nvSpPr>
          <p:cNvPr id="181654319" name="TextBox 4"/>
          <p:cNvSpPr txBox="1"/>
          <p:nvPr/>
        </p:nvSpPr>
        <p:spPr bwMode="auto">
          <a:xfrm>
            <a:off x="589935" y="1584799"/>
            <a:ext cx="11041626" cy="3170098"/>
          </a:xfrm>
          <a:prstGeom prst="rect">
            <a:avLst/>
          </a:prstGeom>
          <a:noFill/>
        </p:spPr>
        <p:txBody>
          <a:bodyPr wrap="square">
            <a:spAutoFit/>
          </a:bodyPr>
          <a:lstStyle/>
          <a:p>
            <a:pPr marL="0" indent="0">
              <a:buNone/>
              <a:defRPr/>
            </a:pPr>
            <a:r>
              <a:rPr lang="en-IN" sz="2000" b="1"/>
              <a:t>Terminologies</a:t>
            </a:r>
            <a:endParaRPr/>
          </a:p>
          <a:p>
            <a:pPr algn="just">
              <a:defRPr/>
            </a:pPr>
            <a:r>
              <a:rPr lang="en-IN" sz="2000" b="1"/>
              <a:t>Root node: </a:t>
            </a:r>
            <a:r>
              <a:rPr lang="en-IN" sz="2000"/>
              <a:t>Root node is from where the decision tree starts.it represents the entire dataset, which further gets divided into two or more subsets.</a:t>
            </a:r>
            <a:endParaRPr/>
          </a:p>
          <a:p>
            <a:pPr algn="just">
              <a:defRPr/>
            </a:pPr>
            <a:r>
              <a:rPr lang="en-IN" sz="2000" b="1"/>
              <a:t>Leaf node: </a:t>
            </a:r>
            <a:r>
              <a:rPr lang="en-IN" sz="2000"/>
              <a:t>Leaf nodes are the final output node, and the tree cannot be segregated further after getting a leaf node.</a:t>
            </a:r>
            <a:endParaRPr/>
          </a:p>
          <a:p>
            <a:pPr algn="just">
              <a:defRPr/>
            </a:pPr>
            <a:r>
              <a:rPr lang="en-IN" sz="2000" b="1"/>
              <a:t>Decision nodes: </a:t>
            </a:r>
            <a:r>
              <a:rPr lang="en-IN" sz="2000"/>
              <a:t>Decision nodes are used to make any decision and have multiple branches.</a:t>
            </a:r>
            <a:endParaRPr/>
          </a:p>
          <a:p>
            <a:pPr algn="just">
              <a:defRPr/>
            </a:pPr>
            <a:r>
              <a:rPr lang="en-IN" sz="2000" b="1"/>
              <a:t>Branch/ sub tree: </a:t>
            </a:r>
            <a:r>
              <a:rPr lang="en-IN" sz="2000"/>
              <a:t>A tree formed by splitting the tree.</a:t>
            </a:r>
            <a:endParaRPr/>
          </a:p>
          <a:p>
            <a:pPr algn="just">
              <a:defRPr/>
            </a:pPr>
            <a:r>
              <a:rPr lang="en-IN" sz="2000" b="1"/>
              <a:t>Pruning: </a:t>
            </a:r>
            <a:r>
              <a:rPr lang="en-IN" sz="2000"/>
              <a:t>Pruning is the process of removing the unwanted branches from the tree.</a:t>
            </a:r>
            <a:endParaRPr/>
          </a:p>
          <a:p>
            <a:pPr algn="just">
              <a:defRPr/>
            </a:pPr>
            <a:r>
              <a:rPr lang="en-IN" sz="2000" b="1"/>
              <a:t>Parent/ Child node: </a:t>
            </a:r>
            <a:r>
              <a:rPr lang="en-IN" sz="2000"/>
              <a:t>The root node of the tree is called the parent node, and the other nodes are called the child nodes.</a:t>
            </a:r>
            <a:endParaRPr lang="en-IN" sz="2000"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61081000" name="Picture 3"/>
          <p:cNvPicPr/>
          <p:nvPr/>
        </p:nvPicPr>
        <p:blipFill rotWithShape="1">
          <a:blip r:embed="rId3"/>
          <a:stretch/>
        </p:blipFill>
        <p:spPr bwMode="auto">
          <a:xfrm>
            <a:off x="11503320" y="0"/>
            <a:ext cx="688680" cy="689040"/>
          </a:xfrm>
          <a:prstGeom prst="rect">
            <a:avLst/>
          </a:prstGeom>
          <a:ln w="0">
            <a:noFill/>
          </a:ln>
        </p:spPr>
      </p:pic>
      <p:sp>
        <p:nvSpPr>
          <p:cNvPr id="467638067" name="TextBox 4"/>
          <p:cNvSpPr txBox="1"/>
          <p:nvPr/>
        </p:nvSpPr>
        <p:spPr bwMode="auto">
          <a:xfrm>
            <a:off x="335280" y="0"/>
            <a:ext cx="11168040" cy="6524863"/>
          </a:xfrm>
          <a:prstGeom prst="rect">
            <a:avLst/>
          </a:prstGeom>
          <a:noFill/>
        </p:spPr>
        <p:txBody>
          <a:bodyPr wrap="square">
            <a:spAutoFit/>
          </a:bodyPr>
          <a:lstStyle/>
          <a:p>
            <a:pPr marL="0" indent="0">
              <a:lnSpc>
                <a:spcPct val="90000"/>
              </a:lnSpc>
              <a:spcBef>
                <a:spcPts val="1012"/>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defRPr/>
            </a:pPr>
            <a:r>
              <a:rPr lang="en-US" sz="2000" b="1" strike="noStrike" spc="-1">
                <a:solidFill>
                  <a:srgbClr val="000000"/>
                </a:solidFill>
                <a:ea typeface="Aptos"/>
              </a:rPr>
              <a:t>Example </a:t>
            </a:r>
            <a:endParaRPr/>
          </a:p>
          <a:p>
            <a:pPr marL="0" indent="0">
              <a:buNone/>
              <a:defRPr/>
            </a:pPr>
            <a:r>
              <a:rPr lang="en-IN" sz="2000"/>
              <a:t>import pandas as pd</a:t>
            </a:r>
            <a:endParaRPr/>
          </a:p>
          <a:p>
            <a:pPr marL="0" indent="0">
              <a:buNone/>
              <a:defRPr/>
            </a:pPr>
            <a:r>
              <a:rPr lang="en-IN" sz="2000"/>
              <a:t>from sklearn.model_selection import train_test_split</a:t>
            </a:r>
          </a:p>
          <a:p>
            <a:pPr marL="0" indent="0">
              <a:buNone/>
              <a:defRPr/>
            </a:pPr>
            <a:r>
              <a:rPr lang="en-IN" sz="2000"/>
              <a:t>from sklearn.preprocessing import LabelEncoder</a:t>
            </a:r>
          </a:p>
          <a:p>
            <a:pPr marL="0" indent="0">
              <a:buNone/>
              <a:defRPr/>
            </a:pPr>
            <a:endParaRPr lang="en-IN" sz="2000"/>
          </a:p>
          <a:p>
            <a:pPr marL="0" indent="0">
              <a:buNone/>
              <a:defRPr/>
            </a:pPr>
            <a:r>
              <a:rPr lang="en-IN" sz="2000"/>
              <a:t># Load the dataset from CSV</a:t>
            </a:r>
            <a:endParaRPr/>
          </a:p>
          <a:p>
            <a:pPr marL="0" indent="0">
              <a:buNone/>
              <a:defRPr/>
            </a:pPr>
            <a:r>
              <a:rPr lang="en-IN" sz="2000"/>
              <a:t>df = pd.read_csv("iris.csv")</a:t>
            </a:r>
            <a:endParaRPr/>
          </a:p>
          <a:p>
            <a:pPr marL="0" indent="0">
              <a:buNone/>
              <a:defRPr/>
            </a:pPr>
            <a:endParaRPr lang="en-IN" sz="2000"/>
          </a:p>
          <a:p>
            <a:pPr marL="0" indent="0">
              <a:buNone/>
              <a:defRPr/>
            </a:pPr>
            <a:r>
              <a:rPr lang="en-IN" sz="2000"/>
              <a:t># Display first 5 rows</a:t>
            </a:r>
            <a:endParaRPr/>
          </a:p>
          <a:p>
            <a:pPr marL="0" indent="0">
              <a:buNone/>
              <a:defRPr/>
            </a:pPr>
            <a:r>
              <a:rPr lang="en-IN" sz="2000"/>
              <a:t>print(df.head())</a:t>
            </a:r>
            <a:endParaRPr/>
          </a:p>
          <a:p>
            <a:pPr marL="0" indent="0">
              <a:buNone/>
              <a:defRPr/>
            </a:pPr>
            <a:endParaRPr lang="en-IN" sz="2000"/>
          </a:p>
          <a:p>
            <a:pPr marL="0" indent="0">
              <a:buNone/>
              <a:defRPr/>
            </a:pPr>
            <a:r>
              <a:rPr lang="en-IN" sz="2000"/>
              <a:t># Separate features and target variable</a:t>
            </a:r>
            <a:endParaRPr/>
          </a:p>
          <a:p>
            <a:pPr marL="0" indent="0">
              <a:buNone/>
              <a:defRPr/>
            </a:pPr>
            <a:r>
              <a:rPr lang="en-IN" sz="2000"/>
              <a:t>X = df.drop(columns=["species"])  # Features (sepal/petal length &amp; width)</a:t>
            </a:r>
            <a:endParaRPr/>
          </a:p>
          <a:p>
            <a:pPr marL="0" indent="0">
              <a:buNone/>
              <a:defRPr/>
            </a:pPr>
            <a:r>
              <a:rPr lang="en-IN" sz="2000"/>
              <a:t>y = df["species"]  # Target (flower species)</a:t>
            </a:r>
            <a:endParaRPr/>
          </a:p>
          <a:p>
            <a:pPr marL="0" indent="0">
              <a:buNone/>
              <a:defRPr/>
            </a:pPr>
            <a:endParaRPr lang="en-IN" sz="2000"/>
          </a:p>
          <a:p>
            <a:pPr marL="0" indent="0">
              <a:buNone/>
              <a:defRPr/>
            </a:pPr>
            <a:r>
              <a:rPr lang="en-IN" sz="2000"/>
              <a:t># Convert categorical species column to numeric</a:t>
            </a:r>
            <a:endParaRPr/>
          </a:p>
          <a:p>
            <a:pPr marL="0" indent="0">
              <a:buNone/>
              <a:defRPr/>
            </a:pPr>
            <a:r>
              <a:rPr lang="en-IN" sz="2000"/>
              <a:t>le = LabelEncoder()</a:t>
            </a:r>
            <a:endParaRPr/>
          </a:p>
          <a:p>
            <a:pPr marL="0" indent="0">
              <a:buNone/>
              <a:defRPr/>
            </a:pPr>
            <a:r>
              <a:rPr lang="en-IN" sz="2000"/>
              <a:t>y = le.fit_transform(y)  # Converts "setosa", "versicolor", "virginica" to 0, 1, 2</a:t>
            </a:r>
            <a:endParaRPr/>
          </a:p>
          <a:p>
            <a:pPr marL="0" indent="0">
              <a:buNone/>
              <a:defRPr/>
            </a:pPr>
            <a:endParaRPr lang="en-IN" sz="2000"/>
          </a:p>
          <a:p>
            <a:pPr marL="0" indent="0">
              <a:buNone/>
              <a:defRPr/>
            </a:pPr>
            <a:r>
              <a:rPr lang="en-IN" sz="2000"/>
              <a:t># Split into training (80%) and testing (20%) sets</a:t>
            </a:r>
            <a:endParaRPr/>
          </a:p>
          <a:p>
            <a:pPr marL="0" indent="0">
              <a:buNone/>
              <a:defRPr/>
            </a:pPr>
            <a:r>
              <a:rPr lang="en-IN" sz="2000"/>
              <a:t>X_train, X_test, y_train, y_test = train_test_split(X, y, test_size=0.2, random_state=42)</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553680397" name="Picture 3"/>
          <p:cNvPicPr/>
          <p:nvPr/>
        </p:nvPicPr>
        <p:blipFill rotWithShape="1">
          <a:blip r:embed="rId3"/>
          <a:stretch/>
        </p:blipFill>
        <p:spPr bwMode="auto">
          <a:xfrm>
            <a:off x="11503320" y="20605"/>
            <a:ext cx="688680" cy="689040"/>
          </a:xfrm>
          <a:prstGeom prst="rect">
            <a:avLst/>
          </a:prstGeom>
          <a:ln w="0">
            <a:noFill/>
          </a:ln>
        </p:spPr>
      </p:pic>
      <p:sp>
        <p:nvSpPr>
          <p:cNvPr id="1728531991" name="TextBox 4"/>
          <p:cNvSpPr txBox="1"/>
          <p:nvPr/>
        </p:nvSpPr>
        <p:spPr bwMode="auto">
          <a:xfrm>
            <a:off x="929640" y="1051560"/>
            <a:ext cx="9753600" cy="3139321"/>
          </a:xfrm>
          <a:prstGeom prst="rect">
            <a:avLst/>
          </a:prstGeom>
          <a:noFill/>
        </p:spPr>
        <p:txBody>
          <a:bodyPr wrap="square" rtlCol="0">
            <a:spAutoFit/>
          </a:bodyPr>
          <a:lstStyle/>
          <a:p>
            <a:pPr>
              <a:defRPr/>
            </a:pPr>
            <a:r>
              <a:rPr lang="en-IN"/>
              <a:t>from sklearn.tree import DecisionTreeClassifier</a:t>
            </a:r>
          </a:p>
          <a:p>
            <a:pPr>
              <a:defRPr/>
            </a:pPr>
            <a:endParaRPr lang="en-IN"/>
          </a:p>
          <a:p>
            <a:pPr>
              <a:defRPr/>
            </a:pPr>
            <a:r>
              <a:rPr lang="en-IN"/>
              <a:t># Initialize Decision Tree model</a:t>
            </a:r>
            <a:endParaRPr/>
          </a:p>
          <a:p>
            <a:pPr>
              <a:defRPr/>
            </a:pPr>
            <a:r>
              <a:rPr lang="en-IN"/>
              <a:t>model = DecisionTreeClassifier(criterion="gini", max_depth=3, random_state=42)</a:t>
            </a:r>
            <a:endParaRPr/>
          </a:p>
          <a:p>
            <a:pPr>
              <a:defRPr/>
            </a:pPr>
            <a:endParaRPr lang="en-IN"/>
          </a:p>
          <a:p>
            <a:pPr>
              <a:defRPr/>
            </a:pPr>
            <a:r>
              <a:rPr lang="en-IN"/>
              <a:t># Train the model</a:t>
            </a:r>
            <a:endParaRPr/>
          </a:p>
          <a:p>
            <a:pPr>
              <a:defRPr/>
            </a:pPr>
            <a:r>
              <a:rPr lang="en-IN"/>
              <a:t>model.fit(X_train, y_train)</a:t>
            </a:r>
            <a:endParaRPr/>
          </a:p>
          <a:p>
            <a:pPr>
              <a:defRPr/>
            </a:pPr>
            <a:endParaRPr lang="en-IN"/>
          </a:p>
          <a:p>
            <a:pPr>
              <a:defRPr/>
            </a:pPr>
            <a:r>
              <a:rPr lang="en-IN"/>
              <a:t># Make predictions</a:t>
            </a:r>
            <a:endParaRPr/>
          </a:p>
          <a:p>
            <a:pPr>
              <a:defRPr/>
            </a:pPr>
            <a:r>
              <a:rPr lang="en-IN"/>
              <a:t>y_pred = model.predict(X_test)</a:t>
            </a:r>
            <a:endParaRPr/>
          </a:p>
          <a:p>
            <a:pPr>
              <a:defRPr/>
            </a:pPr>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8618310" name="Title 1"/>
          <p:cNvSpPr>
            <a:spLocks noGrp="1"/>
          </p:cNvSpPr>
          <p:nvPr>
            <p:ph type="title"/>
          </p:nvPr>
        </p:nvSpPr>
        <p:spPr bwMode="auto"/>
        <p:txBody>
          <a:bodyPr/>
          <a:lstStyle/>
          <a:p>
            <a:pPr algn="ctr">
              <a:defRPr/>
            </a:pPr>
            <a:r>
              <a:rPr lang="en-IN" b="1">
                <a:solidFill>
                  <a:srgbClr val="FF0000"/>
                </a:solidFill>
                <a:latin typeface="+mn-lt"/>
              </a:rPr>
              <a:t>RANDOM</a:t>
            </a:r>
            <a:r>
              <a:rPr lang="en-IN" b="1" i="1">
                <a:solidFill>
                  <a:srgbClr val="FF0000"/>
                </a:solidFill>
                <a:latin typeface="+mn-lt"/>
              </a:rPr>
              <a:t> </a:t>
            </a:r>
            <a:r>
              <a:rPr lang="en-IN" b="1">
                <a:solidFill>
                  <a:srgbClr val="FF0000"/>
                </a:solidFill>
                <a:latin typeface="+mn-lt"/>
              </a:rPr>
              <a:t>FOREST</a:t>
            </a:r>
            <a:r>
              <a:rPr lang="en-IN" b="1" i="1">
                <a:solidFill>
                  <a:srgbClr val="FF0000"/>
                </a:solidFill>
                <a:latin typeface="+mn-lt"/>
              </a:rPr>
              <a:t> </a:t>
            </a:r>
            <a:r>
              <a:rPr lang="en-IN" b="1">
                <a:solidFill>
                  <a:srgbClr val="FF0000"/>
                </a:solidFill>
                <a:latin typeface="+mn-lt"/>
              </a:rPr>
              <a:t>REGRESSION</a:t>
            </a:r>
            <a:endParaRPr/>
          </a:p>
        </p:txBody>
      </p:sp>
      <p:pic>
        <p:nvPicPr>
          <p:cNvPr id="316049799" name="Picture 3"/>
          <p:cNvPicPr/>
          <p:nvPr/>
        </p:nvPicPr>
        <p:blipFill rotWithShape="1">
          <a:blip r:embed="rId3"/>
          <a:stretch/>
        </p:blipFill>
        <p:spPr bwMode="auto">
          <a:xfrm>
            <a:off x="11503320" y="0"/>
            <a:ext cx="688680" cy="689040"/>
          </a:xfrm>
          <a:prstGeom prst="rect">
            <a:avLst/>
          </a:prstGeom>
          <a:ln w="0">
            <a:noFill/>
          </a:ln>
        </p:spPr>
      </p:pic>
      <p:sp>
        <p:nvSpPr>
          <p:cNvPr id="1744302837" name="TextBox 5"/>
          <p:cNvSpPr txBox="1"/>
          <p:nvPr/>
        </p:nvSpPr>
        <p:spPr bwMode="auto">
          <a:xfrm>
            <a:off x="550606" y="1861798"/>
            <a:ext cx="10952714" cy="1323439"/>
          </a:xfrm>
          <a:prstGeom prst="rect">
            <a:avLst/>
          </a:prstGeom>
          <a:noFill/>
        </p:spPr>
        <p:txBody>
          <a:bodyPr wrap="square">
            <a:spAutoFit/>
          </a:bodyPr>
          <a:lstStyle/>
          <a:p>
            <a:pPr marL="342900" indent="-342900" algn="just">
              <a:buFont typeface="Arial"/>
              <a:buChar char="•"/>
              <a:defRPr/>
            </a:pPr>
            <a:r>
              <a:rPr lang="en-IN" sz="2000"/>
              <a:t>A Random Forest is like a team of decision trees working together to make a better prediction. Instead of using just one decision tree, it uses many trees and takes an average result.</a:t>
            </a:r>
            <a:endParaRPr/>
          </a:p>
          <a:p>
            <a:pPr marL="342900" indent="-342900" algn="just">
              <a:buFont typeface="Arial"/>
              <a:buChar char="•"/>
              <a:defRPr/>
            </a:pPr>
            <a:r>
              <a:rPr lang="en-IN" sz="2000"/>
              <a:t>The Decision of the majority of the trees is chosen by the random forest as the final decision.</a:t>
            </a:r>
            <a:endParaRPr/>
          </a:p>
          <a:p>
            <a:pPr marL="342900" indent="-342900" algn="just">
              <a:buFont typeface="Arial"/>
              <a:buChar char="•"/>
              <a:defRPr/>
            </a:pPr>
            <a:r>
              <a:rPr lang="en-IN" sz="2000"/>
              <a:t>It is used when we want to predict a continuous number.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11665247" name="Picture 4"/>
          <p:cNvPicPr>
            <a:picLocks noChangeAspect="1"/>
          </p:cNvPicPr>
          <p:nvPr/>
        </p:nvPicPr>
        <p:blipFill rotWithShape="1">
          <a:blip r:embed="rId3"/>
          <a:stretch/>
        </p:blipFill>
        <p:spPr bwMode="auto">
          <a:xfrm>
            <a:off x="1952046" y="909286"/>
            <a:ext cx="8287907" cy="503942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235340218" name="Picture 3"/>
          <p:cNvPicPr/>
          <p:nvPr/>
        </p:nvPicPr>
        <p:blipFill rotWithShape="1">
          <a:blip r:embed="rId3"/>
          <a:stretch/>
        </p:blipFill>
        <p:spPr bwMode="auto">
          <a:xfrm>
            <a:off x="11335680" y="106680"/>
            <a:ext cx="688680" cy="689040"/>
          </a:xfrm>
          <a:prstGeom prst="rect">
            <a:avLst/>
          </a:prstGeom>
          <a:ln w="0">
            <a:noFill/>
          </a:ln>
        </p:spPr>
      </p:pic>
      <p:sp>
        <p:nvSpPr>
          <p:cNvPr id="1302843207" name="TextBox 4"/>
          <p:cNvSpPr txBox="1"/>
          <p:nvPr/>
        </p:nvSpPr>
        <p:spPr bwMode="auto">
          <a:xfrm>
            <a:off x="274320" y="106680"/>
            <a:ext cx="10934454" cy="6555641"/>
          </a:xfrm>
          <a:prstGeom prst="rect">
            <a:avLst/>
          </a:prstGeom>
          <a:noFill/>
        </p:spPr>
        <p:txBody>
          <a:bodyPr wrap="square">
            <a:spAutoFit/>
          </a:bodyPr>
          <a:lstStyle/>
          <a:p>
            <a:pPr marL="0" indent="0">
              <a:buNone/>
              <a:defRPr/>
            </a:pPr>
            <a:r>
              <a:rPr lang="en-IN" sz="2000" b="1"/>
              <a:t>Example</a:t>
            </a:r>
            <a:endParaRPr/>
          </a:p>
          <a:p>
            <a:pPr marL="0" indent="0">
              <a:buNone/>
              <a:defRPr/>
            </a:pPr>
            <a:r>
              <a:rPr lang="en-IN" sz="2000"/>
              <a:t>import pandas as pd</a:t>
            </a:r>
            <a:endParaRPr/>
          </a:p>
          <a:p>
            <a:pPr marL="0" indent="0">
              <a:buNone/>
              <a:defRPr/>
            </a:pPr>
            <a:r>
              <a:rPr lang="en-IN" sz="2000"/>
              <a:t>from sklearn.model_selection import train_test_split</a:t>
            </a:r>
          </a:p>
          <a:p>
            <a:pPr marL="0" indent="0">
              <a:buNone/>
              <a:defRPr/>
            </a:pPr>
            <a:r>
              <a:rPr lang="en-IN" sz="2000"/>
              <a:t>from sklearn.preprocessing import LabelEncoder</a:t>
            </a:r>
          </a:p>
          <a:p>
            <a:pPr marL="0" indent="0">
              <a:buNone/>
              <a:defRPr/>
            </a:pPr>
            <a:endParaRPr lang="en-IN" sz="2000"/>
          </a:p>
          <a:p>
            <a:pPr marL="0" indent="0">
              <a:buNone/>
              <a:defRPr/>
            </a:pPr>
            <a:r>
              <a:rPr lang="en-IN" sz="2000"/>
              <a:t># Load the dataset from CSV</a:t>
            </a:r>
            <a:endParaRPr/>
          </a:p>
          <a:p>
            <a:pPr marL="0" indent="0">
              <a:buNone/>
              <a:defRPr/>
            </a:pPr>
            <a:r>
              <a:rPr lang="en-IN" sz="2000"/>
              <a:t>df = pd.read_csv("iris.csv")</a:t>
            </a:r>
            <a:endParaRPr/>
          </a:p>
          <a:p>
            <a:pPr marL="0" indent="0">
              <a:buNone/>
              <a:defRPr/>
            </a:pPr>
            <a:endParaRPr lang="en-IN" sz="2000"/>
          </a:p>
          <a:p>
            <a:pPr marL="0" indent="0">
              <a:buNone/>
              <a:defRPr/>
            </a:pPr>
            <a:r>
              <a:rPr lang="en-IN" sz="2000"/>
              <a:t># Display first 5 rows</a:t>
            </a:r>
            <a:endParaRPr/>
          </a:p>
          <a:p>
            <a:pPr marL="0" indent="0">
              <a:buNone/>
              <a:defRPr/>
            </a:pPr>
            <a:r>
              <a:rPr lang="en-IN" sz="2000"/>
              <a:t>print(df.head())</a:t>
            </a:r>
            <a:endParaRPr/>
          </a:p>
          <a:p>
            <a:pPr marL="0" indent="0">
              <a:buNone/>
              <a:defRPr/>
            </a:pPr>
            <a:endParaRPr lang="en-IN" sz="2000"/>
          </a:p>
          <a:p>
            <a:pPr marL="0" indent="0">
              <a:buNone/>
              <a:defRPr/>
            </a:pPr>
            <a:r>
              <a:rPr lang="en-IN" sz="2000"/>
              <a:t># Separate features and target variable</a:t>
            </a:r>
            <a:endParaRPr/>
          </a:p>
          <a:p>
            <a:pPr marL="0" indent="0">
              <a:buNone/>
              <a:defRPr/>
            </a:pPr>
            <a:r>
              <a:rPr lang="en-IN" sz="2000"/>
              <a:t>X = df.drop(columns=["species"])  # Features (sepal/petal length &amp; width)</a:t>
            </a:r>
            <a:endParaRPr/>
          </a:p>
          <a:p>
            <a:pPr marL="0" indent="0">
              <a:buNone/>
              <a:defRPr/>
            </a:pPr>
            <a:r>
              <a:rPr lang="en-IN" sz="2000"/>
              <a:t>y = df["species"]  # Target (flower species)</a:t>
            </a:r>
            <a:endParaRPr/>
          </a:p>
          <a:p>
            <a:pPr marL="0" indent="0">
              <a:buNone/>
              <a:defRPr/>
            </a:pPr>
            <a:endParaRPr lang="en-IN" sz="2000"/>
          </a:p>
          <a:p>
            <a:pPr marL="0" indent="0">
              <a:buNone/>
              <a:defRPr/>
            </a:pPr>
            <a:r>
              <a:rPr lang="en-IN" sz="2000"/>
              <a:t># Convert categorical species column to numeric</a:t>
            </a:r>
            <a:endParaRPr/>
          </a:p>
          <a:p>
            <a:pPr marL="0" indent="0">
              <a:buNone/>
              <a:defRPr/>
            </a:pPr>
            <a:r>
              <a:rPr lang="en-IN" sz="2000"/>
              <a:t>le = LabelEncoder()</a:t>
            </a:r>
            <a:endParaRPr/>
          </a:p>
          <a:p>
            <a:pPr marL="0" indent="0">
              <a:buNone/>
              <a:defRPr/>
            </a:pPr>
            <a:r>
              <a:rPr lang="en-IN" sz="2000"/>
              <a:t>y = le.fit_transform(y)  # Converts "setosa", "versicolor", "virginica" to 0, 1, 2</a:t>
            </a:r>
            <a:endParaRPr/>
          </a:p>
          <a:p>
            <a:pPr marL="0" indent="0">
              <a:buNone/>
              <a:defRPr/>
            </a:pPr>
            <a:endParaRPr lang="en-IN" sz="2000"/>
          </a:p>
          <a:p>
            <a:pPr marL="0" indent="0">
              <a:buNone/>
              <a:defRPr/>
            </a:pPr>
            <a:r>
              <a:rPr lang="en-IN" sz="2000"/>
              <a:t># Split into training (80%) and testing (20%) sets</a:t>
            </a:r>
            <a:endParaRPr/>
          </a:p>
          <a:p>
            <a:pPr marL="0" indent="0">
              <a:buNone/>
              <a:defRPr/>
            </a:pPr>
            <a:r>
              <a:rPr lang="en-IN" sz="2000"/>
              <a:t>X_train, X_test, y_train, y_test = train_test_split(X, y, test_size=0.2, random_state=42)</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90537314" name="Picture 3"/>
          <p:cNvPicPr/>
          <p:nvPr/>
        </p:nvPicPr>
        <p:blipFill rotWithShape="1">
          <a:blip r:embed="rId3"/>
          <a:stretch/>
        </p:blipFill>
        <p:spPr bwMode="auto">
          <a:xfrm>
            <a:off x="11335680" y="106680"/>
            <a:ext cx="688680" cy="689040"/>
          </a:xfrm>
          <a:prstGeom prst="rect">
            <a:avLst/>
          </a:prstGeom>
          <a:ln w="0">
            <a:noFill/>
          </a:ln>
        </p:spPr>
      </p:pic>
      <p:sp>
        <p:nvSpPr>
          <p:cNvPr id="2069614576" name="TextBox 4"/>
          <p:cNvSpPr txBox="1"/>
          <p:nvPr/>
        </p:nvSpPr>
        <p:spPr bwMode="auto">
          <a:xfrm>
            <a:off x="853440" y="762000"/>
            <a:ext cx="8534400" cy="2862322"/>
          </a:xfrm>
          <a:prstGeom prst="rect">
            <a:avLst/>
          </a:prstGeom>
          <a:noFill/>
        </p:spPr>
        <p:txBody>
          <a:bodyPr wrap="square" rtlCol="0">
            <a:spAutoFit/>
          </a:bodyPr>
          <a:lstStyle/>
          <a:p>
            <a:pPr>
              <a:defRPr/>
            </a:pPr>
            <a:r>
              <a:rPr lang="en-IN"/>
              <a:t>from sklearn.ensemble import RandomForestClassifier</a:t>
            </a:r>
            <a:endParaRPr/>
          </a:p>
          <a:p>
            <a:pPr>
              <a:defRPr/>
            </a:pPr>
            <a:endParaRPr lang="en-IN"/>
          </a:p>
          <a:p>
            <a:pPr>
              <a:defRPr/>
            </a:pPr>
            <a:r>
              <a:rPr lang="en-IN"/>
              <a:t># Initialize Random Forest model with 100 trees</a:t>
            </a:r>
            <a:endParaRPr/>
          </a:p>
          <a:p>
            <a:pPr>
              <a:defRPr/>
            </a:pPr>
            <a:r>
              <a:rPr lang="en-IN"/>
              <a:t>model = RandomForestClassifier(n_estimators=100, criterion="gini", random_state=42)</a:t>
            </a:r>
            <a:endParaRPr/>
          </a:p>
          <a:p>
            <a:pPr>
              <a:defRPr/>
            </a:pPr>
            <a:endParaRPr lang="en-IN"/>
          </a:p>
          <a:p>
            <a:pPr>
              <a:defRPr/>
            </a:pPr>
            <a:r>
              <a:rPr lang="en-IN"/>
              <a:t># Train the model</a:t>
            </a:r>
            <a:endParaRPr/>
          </a:p>
          <a:p>
            <a:pPr>
              <a:defRPr/>
            </a:pPr>
            <a:r>
              <a:rPr lang="en-IN"/>
              <a:t>model.fit(X_train, y_train)</a:t>
            </a:r>
            <a:endParaRPr/>
          </a:p>
          <a:p>
            <a:pPr>
              <a:defRPr/>
            </a:pPr>
            <a:endParaRPr lang="en-IN"/>
          </a:p>
          <a:p>
            <a:pPr>
              <a:defRPr/>
            </a:pPr>
            <a:r>
              <a:rPr lang="en-IN"/>
              <a:t># Make predictions</a:t>
            </a:r>
            <a:endParaRPr/>
          </a:p>
          <a:p>
            <a:pPr>
              <a:defRPr/>
            </a:pPr>
            <a:r>
              <a:rPr lang="en-IN"/>
              <a:t>y_pred = model.predict(X_test)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2599047" name="Title 1"/>
          <p:cNvSpPr>
            <a:spLocks noGrp="1"/>
          </p:cNvSpPr>
          <p:nvPr>
            <p:ph type="title"/>
          </p:nvPr>
        </p:nvSpPr>
        <p:spPr bwMode="auto"/>
        <p:txBody>
          <a:bodyPr/>
          <a:lstStyle/>
          <a:p>
            <a:pPr algn="ctr">
              <a:defRPr/>
            </a:pPr>
            <a:r>
              <a:rPr lang="en-IN" b="1">
                <a:solidFill>
                  <a:srgbClr val="FF0000"/>
                </a:solidFill>
                <a:latin typeface="+mn-lt"/>
              </a:rPr>
              <a:t>NAIVE</a:t>
            </a:r>
            <a:r>
              <a:rPr lang="en-IN" b="1" i="1">
                <a:solidFill>
                  <a:srgbClr val="FF0000"/>
                </a:solidFill>
                <a:latin typeface="+mn-lt"/>
              </a:rPr>
              <a:t> </a:t>
            </a:r>
            <a:r>
              <a:rPr lang="en-IN" b="1">
                <a:solidFill>
                  <a:srgbClr val="FF0000"/>
                </a:solidFill>
                <a:latin typeface="+mn-lt"/>
              </a:rPr>
              <a:t>BAYES</a:t>
            </a:r>
            <a:r>
              <a:rPr lang="en-IN" b="1" i="1">
                <a:solidFill>
                  <a:srgbClr val="FF0000"/>
                </a:solidFill>
                <a:latin typeface="+mn-lt"/>
              </a:rPr>
              <a:t> </a:t>
            </a:r>
            <a:r>
              <a:rPr lang="en-IN" b="1">
                <a:solidFill>
                  <a:srgbClr val="FF0000"/>
                </a:solidFill>
                <a:latin typeface="+mn-lt"/>
              </a:rPr>
              <a:t>ALGORITHM</a:t>
            </a:r>
            <a:endParaRPr/>
          </a:p>
        </p:txBody>
      </p:sp>
      <p:sp>
        <p:nvSpPr>
          <p:cNvPr id="1711309217" name="Content Placeholder 2"/>
          <p:cNvSpPr>
            <a:spLocks noGrp="1"/>
          </p:cNvSpPr>
          <p:nvPr>
            <p:ph idx="1"/>
          </p:nvPr>
        </p:nvSpPr>
        <p:spPr bwMode="auto"/>
        <p:txBody>
          <a:bodyPr>
            <a:normAutofit/>
          </a:bodyPr>
          <a:lstStyle/>
          <a:p>
            <a:pPr algn="just">
              <a:defRPr/>
            </a:pPr>
            <a:r>
              <a:rPr lang="en-IN" sz="2000"/>
              <a:t>Naïve Bayes classifiers are used for classification tasks, works on the principles of conditional probability as given by the Bayes theorem.</a:t>
            </a:r>
            <a:endParaRPr/>
          </a:p>
          <a:p>
            <a:pPr marL="0" indent="0" algn="just">
              <a:buNone/>
              <a:defRPr/>
            </a:pPr>
            <a:endParaRPr lang="en-IN" sz="2000" b="1"/>
          </a:p>
          <a:p>
            <a:pPr marL="0" indent="0" algn="just">
              <a:buNone/>
              <a:defRPr/>
            </a:pPr>
            <a:r>
              <a:rPr lang="en-IN" sz="2000" b="1"/>
              <a:t>Bayes Theorem</a:t>
            </a:r>
            <a:endParaRPr/>
          </a:p>
          <a:p>
            <a:pPr marL="0" indent="0" algn="just">
              <a:buNone/>
              <a:defRPr/>
            </a:pPr>
            <a:r>
              <a:rPr lang="en-IN" sz="2000"/>
              <a:t>P(A|B) = [P(B|A)P(A)] / P(B)</a:t>
            </a:r>
            <a:endParaRPr/>
          </a:p>
          <a:p>
            <a:pPr marL="0" indent="0" algn="just">
              <a:buNone/>
              <a:defRPr/>
            </a:pPr>
            <a:r>
              <a:rPr lang="en-IN" sz="2000"/>
              <a:t> where:</a:t>
            </a:r>
            <a:endParaRPr/>
          </a:p>
          <a:p>
            <a:pPr marL="0" indent="0" algn="just">
              <a:buNone/>
              <a:defRPr/>
            </a:pPr>
            <a:r>
              <a:rPr lang="en-IN" sz="2000"/>
              <a:t> P(A|B) = Conditional Probability of A given B</a:t>
            </a:r>
            <a:endParaRPr/>
          </a:p>
          <a:p>
            <a:pPr marL="0" indent="0" algn="just">
              <a:buNone/>
              <a:defRPr/>
            </a:pPr>
            <a:r>
              <a:rPr lang="en-IN" sz="2000"/>
              <a:t> P(B|A) = Conditional Probability of B given A</a:t>
            </a:r>
            <a:endParaRPr/>
          </a:p>
          <a:p>
            <a:pPr marL="0" indent="0" algn="just">
              <a:buNone/>
              <a:defRPr/>
            </a:pPr>
            <a:r>
              <a:rPr lang="en-IN" sz="2000"/>
              <a:t> P(A) = Probability of event A</a:t>
            </a:r>
            <a:endParaRPr/>
          </a:p>
          <a:p>
            <a:pPr marL="0" indent="0" algn="just">
              <a:buNone/>
              <a:defRPr/>
            </a:pPr>
            <a:r>
              <a:rPr lang="en-IN" sz="2000"/>
              <a:t> P(B) = Probability of event B</a:t>
            </a:r>
            <a:endParaRPr/>
          </a:p>
        </p:txBody>
      </p:sp>
      <p:pic>
        <p:nvPicPr>
          <p:cNvPr id="208861315" name="Picture 3"/>
          <p:cNvPicPr/>
          <p:nvPr/>
        </p:nvPicPr>
        <p:blipFill rotWithShape="1">
          <a:blip r:embed="rId3"/>
          <a:stretch/>
        </p:blipFill>
        <p:spPr bwMode="auto">
          <a:xfrm>
            <a:off x="11503320" y="0"/>
            <a:ext cx="688680" cy="689040"/>
          </a:xfrm>
          <a:prstGeom prst="rect">
            <a:avLst/>
          </a:prstGeom>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98594889" name="Picture 2"/>
          <p:cNvPicPr>
            <a:picLocks noChangeAspect="1"/>
          </p:cNvPicPr>
          <p:nvPr/>
        </p:nvPicPr>
        <p:blipFill rotWithShape="1">
          <a:blip r:embed="rId3"/>
          <a:stretch/>
        </p:blipFill>
        <p:spPr bwMode="auto">
          <a:xfrm>
            <a:off x="1203960" y="294837"/>
            <a:ext cx="10027920" cy="6268325"/>
          </a:xfrm>
          <a:prstGeom prst="rect">
            <a:avLst/>
          </a:prstGeom>
        </p:spPr>
      </p:pic>
      <p:pic>
        <p:nvPicPr>
          <p:cNvPr id="120047844" name="Picture 3"/>
          <p:cNvPicPr/>
          <p:nvPr/>
        </p:nvPicPr>
        <p:blipFill rotWithShape="1">
          <a:blip r:embed="rId4"/>
          <a:stretch/>
        </p:blipFill>
        <p:spPr bwMode="auto">
          <a:xfrm>
            <a:off x="11231880" y="137160"/>
            <a:ext cx="688680" cy="689040"/>
          </a:xfrm>
          <a:prstGeom prst="rect">
            <a:avLst/>
          </a:prstGeom>
          <a:ln w="0">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62738109" name="Picture 2"/>
          <p:cNvPicPr>
            <a:picLocks noChangeAspect="1"/>
          </p:cNvPicPr>
          <p:nvPr/>
        </p:nvPicPr>
        <p:blipFill rotWithShape="1">
          <a:blip r:embed="rId3"/>
          <a:stretch/>
        </p:blipFill>
        <p:spPr bwMode="auto">
          <a:xfrm>
            <a:off x="1005840" y="121740"/>
            <a:ext cx="10119359" cy="6736260"/>
          </a:xfrm>
          <a:prstGeom prst="rect">
            <a:avLst/>
          </a:prstGeom>
        </p:spPr>
      </p:pic>
      <p:pic>
        <p:nvPicPr>
          <p:cNvPr id="1268363809" name="Picture 3"/>
          <p:cNvPicPr/>
          <p:nvPr/>
        </p:nvPicPr>
        <p:blipFill rotWithShape="1">
          <a:blip r:embed="rId4"/>
          <a:stretch/>
        </p:blipFill>
        <p:spPr bwMode="auto">
          <a:xfrm>
            <a:off x="11231880" y="137160"/>
            <a:ext cx="688680" cy="689040"/>
          </a:xfrm>
          <a:prstGeom prst="rect">
            <a:avLst/>
          </a:prstGeom>
          <a:ln w="0">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29499607" name="Picture 3"/>
          <p:cNvPicPr/>
          <p:nvPr/>
        </p:nvPicPr>
        <p:blipFill rotWithShape="1">
          <a:blip r:embed="rId3"/>
          <a:stretch/>
        </p:blipFill>
        <p:spPr bwMode="auto">
          <a:xfrm>
            <a:off x="11503320" y="0"/>
            <a:ext cx="688680" cy="689040"/>
          </a:xfrm>
          <a:prstGeom prst="rect">
            <a:avLst/>
          </a:prstGeom>
          <a:ln w="0">
            <a:noFill/>
          </a:ln>
        </p:spPr>
      </p:pic>
      <p:sp>
        <p:nvSpPr>
          <p:cNvPr id="1946838043" name="TextBox 4"/>
          <p:cNvSpPr txBox="1"/>
          <p:nvPr/>
        </p:nvSpPr>
        <p:spPr bwMode="auto">
          <a:xfrm>
            <a:off x="747252" y="1584799"/>
            <a:ext cx="10835148" cy="2862322"/>
          </a:xfrm>
          <a:prstGeom prst="rect">
            <a:avLst/>
          </a:prstGeom>
          <a:noFill/>
        </p:spPr>
        <p:txBody>
          <a:bodyPr wrap="square">
            <a:spAutoFit/>
          </a:bodyPr>
          <a:lstStyle/>
          <a:p>
            <a:pPr marL="0" indent="0">
              <a:buNone/>
              <a:defRPr/>
            </a:pPr>
            <a:r>
              <a:rPr lang="en-IN" sz="2000" b="1"/>
              <a:t>Working</a:t>
            </a:r>
            <a:endParaRPr/>
          </a:p>
          <a:p>
            <a:pPr marL="0" indent="0">
              <a:buNone/>
              <a:defRPr/>
            </a:pPr>
            <a:endParaRPr lang="en-IN" sz="2000" b="1"/>
          </a:p>
          <a:p>
            <a:pPr>
              <a:defRPr/>
            </a:pPr>
            <a:r>
              <a:rPr lang="en-IN" sz="2000" b="1"/>
              <a:t>Prepare the data</a:t>
            </a:r>
            <a:r>
              <a:rPr lang="en-IN" sz="2000"/>
              <a:t> – Collect labelled data and extract features.</a:t>
            </a:r>
            <a:endParaRPr/>
          </a:p>
          <a:p>
            <a:pPr>
              <a:defRPr/>
            </a:pPr>
            <a:r>
              <a:rPr lang="en-IN" sz="2000" b="1"/>
              <a:t>Calculate Probabilities using Bayes’ Theorem </a:t>
            </a:r>
            <a:r>
              <a:rPr lang="en-IN" sz="2000"/>
              <a:t>– Compute prior probabilities (how often each class appears). Compute likelihood probabilities (how often features appear in each class)</a:t>
            </a:r>
            <a:endParaRPr/>
          </a:p>
          <a:p>
            <a:pPr>
              <a:defRPr/>
            </a:pPr>
            <a:r>
              <a:rPr lang="en-IN" sz="2000" b="1"/>
              <a:t>Make predictions </a:t>
            </a:r>
            <a:r>
              <a:rPr lang="en-IN" sz="2000"/>
              <a:t>– For a new data point, calculate the probability for each class. Choose the class with the highest probability.</a:t>
            </a:r>
            <a:endParaRPr/>
          </a:p>
          <a:p>
            <a:pPr>
              <a:defRPr/>
            </a:pPr>
            <a:r>
              <a:rPr lang="en-IN" sz="2000" b="1"/>
              <a:t>Evaluate the Model </a:t>
            </a:r>
            <a:r>
              <a:rPr lang="en-IN" sz="2000"/>
              <a:t>– Measure accuracy using test data. Improve performance by tuning features or handling missing data.</a:t>
            </a:r>
            <a:endParaRPr lang="en-IN" sz="2000" b="1"/>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41852325" name="Picture 3"/>
          <p:cNvPicPr/>
          <p:nvPr/>
        </p:nvPicPr>
        <p:blipFill rotWithShape="1">
          <a:blip r:embed="rId3"/>
          <a:stretch/>
        </p:blipFill>
        <p:spPr bwMode="auto">
          <a:xfrm>
            <a:off x="11503320" y="0"/>
            <a:ext cx="688680" cy="689040"/>
          </a:xfrm>
          <a:prstGeom prst="rect">
            <a:avLst/>
          </a:prstGeom>
          <a:ln w="0">
            <a:noFill/>
          </a:ln>
        </p:spPr>
      </p:pic>
      <p:sp>
        <p:nvSpPr>
          <p:cNvPr id="316051865" name="TextBox 4"/>
          <p:cNvSpPr txBox="1"/>
          <p:nvPr/>
        </p:nvSpPr>
        <p:spPr bwMode="auto">
          <a:xfrm>
            <a:off x="883920" y="807720"/>
            <a:ext cx="8229600" cy="1631216"/>
          </a:xfrm>
          <a:prstGeom prst="rect">
            <a:avLst/>
          </a:prstGeom>
          <a:noFill/>
        </p:spPr>
        <p:txBody>
          <a:bodyPr wrap="square">
            <a:spAutoFit/>
          </a:bodyPr>
          <a:lstStyle/>
          <a:p>
            <a:pPr marL="0" indent="0">
              <a:buNone/>
              <a:defRPr/>
            </a:pPr>
            <a:r>
              <a:rPr lang="en-IN" sz="2000" b="1"/>
              <a:t>Uses of Naïve Bayes:</a:t>
            </a:r>
            <a:endParaRPr/>
          </a:p>
          <a:p>
            <a:pPr marL="285750" indent="-285750">
              <a:buFont typeface="Arial"/>
              <a:buChar char="•"/>
              <a:defRPr/>
            </a:pPr>
            <a:r>
              <a:rPr lang="en-IN" sz="2000"/>
              <a:t>Face Recognition</a:t>
            </a:r>
            <a:endParaRPr/>
          </a:p>
          <a:p>
            <a:pPr marL="285750" indent="-285750">
              <a:buFont typeface="Arial"/>
              <a:buChar char="•"/>
              <a:defRPr/>
            </a:pPr>
            <a:r>
              <a:rPr lang="en-IN" sz="2000"/>
              <a:t>Weather Prediction</a:t>
            </a:r>
            <a:endParaRPr/>
          </a:p>
          <a:p>
            <a:pPr marL="285750" indent="-285750">
              <a:buFont typeface="Arial"/>
              <a:buChar char="•"/>
              <a:defRPr/>
            </a:pPr>
            <a:r>
              <a:rPr lang="en-IN" sz="2000"/>
              <a:t>Medical Diagnosis</a:t>
            </a:r>
            <a:endParaRPr/>
          </a:p>
          <a:p>
            <a:pPr marL="285750" indent="-285750">
              <a:buFont typeface="Arial"/>
              <a:buChar char="•"/>
              <a:defRPr/>
            </a:pPr>
            <a:r>
              <a:rPr lang="en-IN" sz="2000"/>
              <a:t>News Classification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712411655" name="Picture 3"/>
          <p:cNvPicPr/>
          <p:nvPr/>
        </p:nvPicPr>
        <p:blipFill rotWithShape="1">
          <a:blip r:embed="rId3"/>
          <a:stretch/>
        </p:blipFill>
        <p:spPr bwMode="auto">
          <a:xfrm>
            <a:off x="11503320" y="0"/>
            <a:ext cx="688680" cy="689040"/>
          </a:xfrm>
          <a:prstGeom prst="rect">
            <a:avLst/>
          </a:prstGeom>
          <a:ln w="0">
            <a:noFill/>
          </a:ln>
        </p:spPr>
      </p:pic>
      <p:sp>
        <p:nvSpPr>
          <p:cNvPr id="1226920148" name="TextBox 1"/>
          <p:cNvSpPr txBox="1"/>
          <p:nvPr/>
        </p:nvSpPr>
        <p:spPr bwMode="auto">
          <a:xfrm>
            <a:off x="396240" y="167640"/>
            <a:ext cx="10927079" cy="6186309"/>
          </a:xfrm>
          <a:prstGeom prst="rect">
            <a:avLst/>
          </a:prstGeom>
          <a:noFill/>
        </p:spPr>
        <p:txBody>
          <a:bodyPr wrap="square" rtlCol="0">
            <a:spAutoFit/>
          </a:bodyPr>
          <a:lstStyle/>
          <a:p>
            <a:pPr>
              <a:defRPr/>
            </a:pPr>
            <a:r>
              <a:rPr lang="en-IN" b="1"/>
              <a:t>Example</a:t>
            </a:r>
            <a:endParaRPr/>
          </a:p>
          <a:p>
            <a:pPr>
              <a:defRPr/>
            </a:pPr>
            <a:r>
              <a:rPr lang="en-IN"/>
              <a:t>import pandas as pd</a:t>
            </a:r>
            <a:endParaRPr/>
          </a:p>
          <a:p>
            <a:pPr>
              <a:defRPr/>
            </a:pPr>
            <a:r>
              <a:rPr lang="en-IN"/>
              <a:t>from sklearn.model_selection import train_test_split</a:t>
            </a:r>
          </a:p>
          <a:p>
            <a:pPr>
              <a:defRPr/>
            </a:pPr>
            <a:r>
              <a:rPr lang="en-IN"/>
              <a:t>from sklearn.preprocessing import LabelEncoder</a:t>
            </a:r>
          </a:p>
          <a:p>
            <a:pPr>
              <a:defRPr/>
            </a:pPr>
            <a:endParaRPr lang="en-IN"/>
          </a:p>
          <a:p>
            <a:pPr>
              <a:defRPr/>
            </a:pPr>
            <a:r>
              <a:rPr lang="en-IN"/>
              <a:t># Load the dataset from CSV</a:t>
            </a:r>
            <a:endParaRPr/>
          </a:p>
          <a:p>
            <a:pPr>
              <a:defRPr/>
            </a:pPr>
            <a:r>
              <a:rPr lang="en-IN"/>
              <a:t>df = pd.read_csv("iris.csv")</a:t>
            </a:r>
            <a:endParaRPr/>
          </a:p>
          <a:p>
            <a:pPr>
              <a:defRPr/>
            </a:pPr>
            <a:endParaRPr lang="en-IN"/>
          </a:p>
          <a:p>
            <a:pPr>
              <a:defRPr/>
            </a:pPr>
            <a:r>
              <a:rPr lang="en-IN"/>
              <a:t># Display first 5 rows</a:t>
            </a:r>
            <a:endParaRPr/>
          </a:p>
          <a:p>
            <a:pPr>
              <a:defRPr/>
            </a:pPr>
            <a:r>
              <a:rPr lang="en-IN"/>
              <a:t>print(df.head())</a:t>
            </a:r>
            <a:endParaRPr/>
          </a:p>
          <a:p>
            <a:pPr>
              <a:defRPr/>
            </a:pPr>
            <a:endParaRPr lang="en-IN"/>
          </a:p>
          <a:p>
            <a:pPr>
              <a:defRPr/>
            </a:pPr>
            <a:endParaRPr lang="en-IN"/>
          </a:p>
          <a:p>
            <a:pPr>
              <a:defRPr/>
            </a:pPr>
            <a:r>
              <a:rPr lang="en-IN"/>
              <a:t># Separate features and target variable</a:t>
            </a:r>
            <a:endParaRPr/>
          </a:p>
          <a:p>
            <a:pPr>
              <a:defRPr/>
            </a:pPr>
            <a:r>
              <a:rPr lang="en-IN"/>
              <a:t>X = df.drop(columns=["species"])  # Features (sepal/petal length &amp; width)</a:t>
            </a:r>
            <a:endParaRPr/>
          </a:p>
          <a:p>
            <a:pPr>
              <a:defRPr/>
            </a:pPr>
            <a:r>
              <a:rPr lang="en-IN"/>
              <a:t>y = df["species"]  # Target (flower species)</a:t>
            </a:r>
            <a:endParaRPr/>
          </a:p>
          <a:p>
            <a:pPr>
              <a:defRPr/>
            </a:pPr>
            <a:endParaRPr lang="en-IN"/>
          </a:p>
          <a:p>
            <a:pPr>
              <a:defRPr/>
            </a:pPr>
            <a:r>
              <a:rPr lang="en-IN"/>
              <a:t># Convert categorical species column to numeric</a:t>
            </a:r>
            <a:endParaRPr/>
          </a:p>
          <a:p>
            <a:pPr>
              <a:defRPr/>
            </a:pPr>
            <a:r>
              <a:rPr lang="en-IN"/>
              <a:t>le = LabelEncoder()</a:t>
            </a:r>
            <a:endParaRPr/>
          </a:p>
          <a:p>
            <a:pPr>
              <a:defRPr/>
            </a:pPr>
            <a:r>
              <a:rPr lang="en-IN"/>
              <a:t>y = le.fit_transform(y)  # Converts "setosa", "versicolor", "virginica" to 0, 1, 2</a:t>
            </a:r>
            <a:endParaRPr/>
          </a:p>
          <a:p>
            <a:pPr>
              <a:defRPr/>
            </a:pPr>
            <a:endParaRPr lang="en-IN"/>
          </a:p>
          <a:p>
            <a:pPr>
              <a:defRPr/>
            </a:pPr>
            <a:r>
              <a:rPr lang="en-IN"/>
              <a:t># Split into training (80%) and testing (20%) sets</a:t>
            </a:r>
            <a:endParaRPr/>
          </a:p>
          <a:p>
            <a:pPr>
              <a:defRPr/>
            </a:pPr>
            <a:r>
              <a:rPr lang="en-IN"/>
              <a:t>X_train, X_test, y_train, y_test = train_test_split(X, y, test_size=0.2, random_state=42)</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01553460" name="Picture 3"/>
          <p:cNvPicPr/>
          <p:nvPr/>
        </p:nvPicPr>
        <p:blipFill rotWithShape="1">
          <a:blip r:embed="rId3"/>
          <a:stretch/>
        </p:blipFill>
        <p:spPr bwMode="auto">
          <a:xfrm>
            <a:off x="11244240" y="152400"/>
            <a:ext cx="688680" cy="689040"/>
          </a:xfrm>
          <a:prstGeom prst="rect">
            <a:avLst/>
          </a:prstGeom>
          <a:ln w="0">
            <a:noFill/>
          </a:ln>
        </p:spPr>
      </p:pic>
      <p:sp>
        <p:nvSpPr>
          <p:cNvPr id="964269915" name="TextBox 4"/>
          <p:cNvSpPr txBox="1"/>
          <p:nvPr/>
        </p:nvSpPr>
        <p:spPr bwMode="auto">
          <a:xfrm>
            <a:off x="365760" y="304800"/>
            <a:ext cx="10469880" cy="6463308"/>
          </a:xfrm>
          <a:prstGeom prst="rect">
            <a:avLst/>
          </a:prstGeom>
          <a:noFill/>
        </p:spPr>
        <p:txBody>
          <a:bodyPr wrap="square" rtlCol="0">
            <a:spAutoFit/>
          </a:bodyPr>
          <a:lstStyle/>
          <a:p>
            <a:pPr>
              <a:defRPr/>
            </a:pPr>
            <a:r>
              <a:rPr lang="en-IN"/>
              <a:t>from sklearn.naive_bayes import GaussianNB</a:t>
            </a:r>
            <a:endParaRPr/>
          </a:p>
          <a:p>
            <a:pPr>
              <a:defRPr/>
            </a:pPr>
            <a:r>
              <a:rPr lang="en-IN"/>
              <a:t>from sklearn.metrics import accuracy_score, classification_report, confusion_matrix</a:t>
            </a:r>
            <a:endParaRPr/>
          </a:p>
          <a:p>
            <a:pPr>
              <a:defRPr/>
            </a:pPr>
            <a:endParaRPr lang="en-IN"/>
          </a:p>
          <a:p>
            <a:pPr>
              <a:defRPr/>
            </a:pPr>
            <a:r>
              <a:rPr lang="en-IN"/>
              <a:t># Initialize Naïve Bayes model</a:t>
            </a:r>
            <a:endParaRPr/>
          </a:p>
          <a:p>
            <a:pPr>
              <a:defRPr/>
            </a:pPr>
            <a:r>
              <a:rPr lang="en-IN"/>
              <a:t>model = GaussianNB()</a:t>
            </a:r>
            <a:endParaRPr/>
          </a:p>
          <a:p>
            <a:pPr>
              <a:defRPr/>
            </a:pPr>
            <a:endParaRPr lang="en-IN"/>
          </a:p>
          <a:p>
            <a:pPr>
              <a:defRPr/>
            </a:pPr>
            <a:r>
              <a:rPr lang="en-IN"/>
              <a:t># Train the model</a:t>
            </a:r>
            <a:endParaRPr/>
          </a:p>
          <a:p>
            <a:pPr>
              <a:defRPr/>
            </a:pPr>
            <a:r>
              <a:rPr lang="en-IN"/>
              <a:t>model.fit(X_train, y_train)</a:t>
            </a:r>
            <a:endParaRPr/>
          </a:p>
          <a:p>
            <a:pPr>
              <a:defRPr/>
            </a:pPr>
            <a:endParaRPr lang="en-IN"/>
          </a:p>
          <a:p>
            <a:pPr>
              <a:defRPr/>
            </a:pPr>
            <a:r>
              <a:rPr lang="en-IN"/>
              <a:t># Make predictions</a:t>
            </a:r>
            <a:endParaRPr/>
          </a:p>
          <a:p>
            <a:pPr>
              <a:defRPr/>
            </a:pPr>
            <a:r>
              <a:rPr lang="en-IN"/>
              <a:t>y_pred = model.predict(X_test)</a:t>
            </a:r>
            <a:endParaRPr/>
          </a:p>
          <a:p>
            <a:pPr>
              <a:defRPr/>
            </a:pPr>
            <a:endParaRPr lang="en-IN"/>
          </a:p>
          <a:p>
            <a:pPr>
              <a:defRPr/>
            </a:pPr>
            <a:r>
              <a:rPr lang="en-IN"/>
              <a:t># Calculate accuracy</a:t>
            </a:r>
            <a:endParaRPr/>
          </a:p>
          <a:p>
            <a:pPr>
              <a:defRPr/>
            </a:pPr>
            <a:r>
              <a:rPr lang="en-IN"/>
              <a:t>accuracy = accuracy_score(y_test, y_pred)</a:t>
            </a:r>
            <a:endParaRPr/>
          </a:p>
          <a:p>
            <a:pPr>
              <a:defRPr/>
            </a:pPr>
            <a:r>
              <a:rPr lang="en-IN"/>
              <a:t>print(f"Accuracy: {accuracy * 100:.2f}%")</a:t>
            </a:r>
            <a:endParaRPr/>
          </a:p>
          <a:p>
            <a:pPr>
              <a:defRPr/>
            </a:pPr>
            <a:endParaRPr lang="en-IN"/>
          </a:p>
          <a:p>
            <a:pPr>
              <a:defRPr/>
            </a:pPr>
            <a:r>
              <a:rPr lang="en-IN"/>
              <a:t># Classification report</a:t>
            </a:r>
            <a:endParaRPr/>
          </a:p>
          <a:p>
            <a:pPr>
              <a:defRPr/>
            </a:pPr>
            <a:r>
              <a:rPr lang="en-IN"/>
              <a:t>print("\nClassification Report:")</a:t>
            </a:r>
            <a:endParaRPr/>
          </a:p>
          <a:p>
            <a:pPr>
              <a:defRPr/>
            </a:pPr>
            <a:r>
              <a:rPr lang="en-IN"/>
              <a:t>print(classification_report(y_test, y_pred, target_names=le.classes_))</a:t>
            </a:r>
            <a:endParaRPr/>
          </a:p>
          <a:p>
            <a:pPr>
              <a:defRPr/>
            </a:pPr>
            <a:endParaRPr lang="en-IN"/>
          </a:p>
          <a:p>
            <a:pPr>
              <a:defRPr/>
            </a:pPr>
            <a:r>
              <a:rPr lang="en-IN"/>
              <a:t># Confusion matrix</a:t>
            </a:r>
            <a:endParaRPr/>
          </a:p>
          <a:p>
            <a:pPr>
              <a:defRPr/>
            </a:pPr>
            <a:r>
              <a:rPr lang="en-IN"/>
              <a:t>print("\nConfusion Matrix:")</a:t>
            </a:r>
            <a:endParaRPr/>
          </a:p>
          <a:p>
            <a:pPr>
              <a:defRPr/>
            </a:pPr>
            <a:r>
              <a:rPr lang="en-IN"/>
              <a:t>print(confusion_matrix(y_test, y_pred))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684341" name="Title 1"/>
          <p:cNvSpPr>
            <a:spLocks noGrp="1"/>
          </p:cNvSpPr>
          <p:nvPr>
            <p:ph type="title"/>
          </p:nvPr>
        </p:nvSpPr>
        <p:spPr bwMode="auto"/>
        <p:txBody>
          <a:bodyPr/>
          <a:lstStyle/>
          <a:p>
            <a:pPr algn="ctr">
              <a:defRPr/>
            </a:pPr>
            <a:r>
              <a:rPr lang="en-IN" b="1">
                <a:solidFill>
                  <a:srgbClr val="FF0000"/>
                </a:solidFill>
                <a:latin typeface="+mn-lt"/>
              </a:rPr>
              <a:t>SUPPORT VECTOR MACHINE (SVM)</a:t>
            </a:r>
            <a:endParaRPr/>
          </a:p>
        </p:txBody>
      </p:sp>
      <p:pic>
        <p:nvPicPr>
          <p:cNvPr id="854896177" name="Picture 3"/>
          <p:cNvPicPr/>
          <p:nvPr/>
        </p:nvPicPr>
        <p:blipFill rotWithShape="1">
          <a:blip r:embed="rId3"/>
          <a:stretch/>
        </p:blipFill>
        <p:spPr bwMode="auto">
          <a:xfrm>
            <a:off x="11503320" y="0"/>
            <a:ext cx="688680" cy="689040"/>
          </a:xfrm>
          <a:prstGeom prst="rect">
            <a:avLst/>
          </a:prstGeom>
          <a:ln w="0">
            <a:noFill/>
          </a:ln>
        </p:spPr>
      </p:pic>
      <p:sp>
        <p:nvSpPr>
          <p:cNvPr id="117726708" name="TextBox 5"/>
          <p:cNvSpPr txBox="1"/>
          <p:nvPr/>
        </p:nvSpPr>
        <p:spPr bwMode="auto">
          <a:xfrm>
            <a:off x="521109" y="2163096"/>
            <a:ext cx="11159613" cy="3785652"/>
          </a:xfrm>
          <a:prstGeom prst="rect">
            <a:avLst/>
          </a:prstGeom>
          <a:noFill/>
        </p:spPr>
        <p:txBody>
          <a:bodyPr wrap="square">
            <a:spAutoFit/>
          </a:bodyPr>
          <a:lstStyle/>
          <a:p>
            <a:pPr marL="0" indent="0" algn="just">
              <a:buNone/>
              <a:defRPr/>
            </a:pPr>
            <a:r>
              <a:rPr lang="en-IN" sz="2000"/>
              <a:t>SVM is used for classification and regression tasks, but it is mostly used for classification.</a:t>
            </a:r>
            <a:endParaRPr/>
          </a:p>
          <a:p>
            <a:pPr marL="0" indent="0" algn="just">
              <a:buNone/>
              <a:defRPr/>
            </a:pPr>
            <a:r>
              <a:rPr lang="en-IN" sz="2000" b="1"/>
              <a:t>Working</a:t>
            </a:r>
            <a:endParaRPr/>
          </a:p>
          <a:p>
            <a:pPr algn="just">
              <a:defRPr/>
            </a:pPr>
            <a:r>
              <a:rPr lang="en-IN" sz="2000" b="1"/>
              <a:t>Separating</a:t>
            </a:r>
            <a:r>
              <a:rPr lang="en-IN" sz="2000"/>
              <a:t> </a:t>
            </a:r>
            <a:r>
              <a:rPr lang="en-IN" sz="2000" b="1"/>
              <a:t>Data with a Line (or Hyperplane)</a:t>
            </a:r>
            <a:r>
              <a:rPr lang="en-IN" sz="2000"/>
              <a:t> – If you have two types of points on a 2D graph, representing two different categories. SVM tries to draw a straight line (or a hyperplane in higher dimensions) that best separates these two groups.</a:t>
            </a:r>
            <a:endParaRPr/>
          </a:p>
          <a:p>
            <a:pPr algn="just">
              <a:defRPr/>
            </a:pPr>
            <a:r>
              <a:rPr lang="en-IN" sz="2000" b="1"/>
              <a:t>Finding the Best Line (Maximum Margin) </a:t>
            </a:r>
            <a:r>
              <a:rPr lang="en-IN" sz="2000"/>
              <a:t>– Among all possible lines that separate the points, SVM chooses the one that maximizes the margin, meaning it keeps the farthest possible distance from the nearest points of both categories. These closest points are called </a:t>
            </a:r>
            <a:r>
              <a:rPr lang="en-IN" sz="2000" b="1"/>
              <a:t>support vectors</a:t>
            </a:r>
            <a:r>
              <a:rPr lang="en-IN" sz="2000"/>
              <a:t>. Sometimes, the data is not neatly separable with a straight line. In such cases, SVM uses a technique called the </a:t>
            </a:r>
            <a:r>
              <a:rPr lang="en-IN" sz="2000" b="1"/>
              <a:t>Kernel Trick</a:t>
            </a:r>
            <a:r>
              <a:rPr lang="en-IN" sz="2000"/>
              <a:t>, which transforms the data into a higher dimension where a separation is possible.</a:t>
            </a:r>
            <a:endParaRPr/>
          </a:p>
          <a:p>
            <a:pPr algn="just">
              <a:defRPr/>
            </a:pPr>
            <a:r>
              <a:rPr lang="en-IN" sz="2000" b="1"/>
              <a:t>Making Predictions</a:t>
            </a:r>
            <a:r>
              <a:rPr lang="en-IN" sz="2000"/>
              <a:t> – Once the best boundary (hyperplane) is found, new data points can be classified by checking which side of the boundary they fall on.</a:t>
            </a:r>
            <a:endParaRPr lang="en-IN" sz="2000"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332845598" name="Picture 4"/>
          <p:cNvPicPr>
            <a:picLocks noChangeAspect="1"/>
          </p:cNvPicPr>
          <p:nvPr/>
        </p:nvPicPr>
        <p:blipFill rotWithShape="1">
          <a:blip r:embed="rId3"/>
          <a:srcRect r="1706" b="430"/>
          <a:stretch/>
        </p:blipFill>
        <p:spPr bwMode="auto">
          <a:xfrm>
            <a:off x="300936" y="1569720"/>
            <a:ext cx="11448612" cy="3798693"/>
          </a:xfrm>
          <a:prstGeom prst="rect">
            <a:avLst/>
          </a:prstGeom>
        </p:spPr>
      </p:pic>
      <p:sp>
        <p:nvSpPr>
          <p:cNvPr id="1236480066" name="Rectangle 6"/>
          <p:cNvSpPr/>
          <p:nvPr/>
        </p:nvSpPr>
        <p:spPr bwMode="auto">
          <a:xfrm>
            <a:off x="11592232" y="5073445"/>
            <a:ext cx="157316" cy="2949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9578057" name="Content Placeholder 2"/>
          <p:cNvSpPr>
            <a:spLocks noGrp="1"/>
          </p:cNvSpPr>
          <p:nvPr>
            <p:ph idx="1"/>
          </p:nvPr>
        </p:nvSpPr>
        <p:spPr bwMode="auto">
          <a:xfrm>
            <a:off x="688258" y="1209367"/>
            <a:ext cx="10665542" cy="4967595"/>
          </a:xfrm>
        </p:spPr>
        <p:txBody>
          <a:bodyPr>
            <a:normAutofit/>
          </a:bodyPr>
          <a:lstStyle/>
          <a:p>
            <a:pPr marL="0" indent="0">
              <a:buNone/>
              <a:defRPr/>
            </a:pPr>
            <a:r>
              <a:rPr lang="en-IN" sz="2000" b="1"/>
              <a:t>Applications</a:t>
            </a:r>
            <a:endParaRPr/>
          </a:p>
          <a:p>
            <a:pPr>
              <a:defRPr/>
            </a:pPr>
            <a:r>
              <a:rPr lang="en-IN" sz="2000"/>
              <a:t>Face detection</a:t>
            </a:r>
            <a:endParaRPr/>
          </a:p>
          <a:p>
            <a:pPr>
              <a:defRPr/>
            </a:pPr>
            <a:r>
              <a:rPr lang="en-IN" sz="2000"/>
              <a:t>Text categorization</a:t>
            </a:r>
            <a:endParaRPr/>
          </a:p>
          <a:p>
            <a:pPr>
              <a:defRPr/>
            </a:pPr>
            <a:r>
              <a:rPr lang="en-IN" sz="2000"/>
              <a:t>Bioinformatics</a:t>
            </a:r>
            <a:endParaRPr/>
          </a:p>
          <a:p>
            <a:pPr marL="0" indent="0">
              <a:buNone/>
              <a:defRPr/>
            </a:pPr>
            <a:endParaRPr lang="en-IN" sz="2000"/>
          </a:p>
          <a:p>
            <a:pPr marL="0" indent="0">
              <a:buNone/>
              <a:defRPr/>
            </a:pPr>
            <a:r>
              <a:rPr lang="en-IN" sz="2000" b="1"/>
              <a:t>SVM Components</a:t>
            </a:r>
            <a:endParaRPr/>
          </a:p>
          <a:p>
            <a:pPr>
              <a:defRPr/>
            </a:pPr>
            <a:r>
              <a:rPr lang="en-IN" sz="2000"/>
              <a:t>Support Vectors: Data points closest to the hyperplane that influence its position.</a:t>
            </a:r>
            <a:endParaRPr/>
          </a:p>
          <a:p>
            <a:pPr>
              <a:defRPr/>
            </a:pPr>
            <a:r>
              <a:rPr lang="en-IN" sz="2000"/>
              <a:t>Hyperplane: A decision boundary that separates different classes in feature space.</a:t>
            </a:r>
            <a:endParaRPr/>
          </a:p>
          <a:p>
            <a:pPr>
              <a:defRPr/>
            </a:pPr>
            <a:r>
              <a:rPr lang="en-IN" sz="2000"/>
              <a:t>Margin: The distance between the hyperplane and the nearest data point from either class.</a:t>
            </a:r>
            <a:endParaRPr/>
          </a:p>
        </p:txBody>
      </p:sp>
      <p:pic>
        <p:nvPicPr>
          <p:cNvPr id="350296086" name="Picture 3"/>
          <p:cNvPicPr/>
          <p:nvPr/>
        </p:nvPicPr>
        <p:blipFill rotWithShape="1">
          <a:blip r:embed="rId3"/>
          <a:stretch/>
        </p:blipFill>
        <p:spPr bwMode="auto">
          <a:xfrm>
            <a:off x="11503320" y="0"/>
            <a:ext cx="688680" cy="689040"/>
          </a:xfrm>
          <a:prstGeom prst="rect">
            <a:avLst/>
          </a:prstGeom>
          <a:ln w="0">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08741215" name="Picture 3"/>
          <p:cNvPicPr/>
          <p:nvPr/>
        </p:nvPicPr>
        <p:blipFill rotWithShape="1">
          <a:blip r:embed="rId3"/>
          <a:stretch/>
        </p:blipFill>
        <p:spPr bwMode="auto">
          <a:xfrm>
            <a:off x="11503320" y="0"/>
            <a:ext cx="688680" cy="689040"/>
          </a:xfrm>
          <a:prstGeom prst="rect">
            <a:avLst/>
          </a:prstGeom>
          <a:ln w="0">
            <a:noFill/>
          </a:ln>
        </p:spPr>
      </p:pic>
      <p:sp>
        <p:nvSpPr>
          <p:cNvPr id="44363455" name="TextBox 5"/>
          <p:cNvSpPr txBox="1"/>
          <p:nvPr/>
        </p:nvSpPr>
        <p:spPr bwMode="auto">
          <a:xfrm>
            <a:off x="639097" y="550606"/>
            <a:ext cx="10422193" cy="5909310"/>
          </a:xfrm>
          <a:prstGeom prst="rect">
            <a:avLst/>
          </a:prstGeom>
          <a:noFill/>
        </p:spPr>
        <p:txBody>
          <a:bodyPr wrap="square" rtlCol="0">
            <a:spAutoFit/>
          </a:bodyPr>
          <a:lstStyle/>
          <a:p>
            <a:pPr>
              <a:defRPr/>
            </a:pPr>
            <a:r>
              <a:rPr lang="en-IN" b="1"/>
              <a:t>Example</a:t>
            </a:r>
            <a:endParaRPr/>
          </a:p>
          <a:p>
            <a:pPr>
              <a:defRPr/>
            </a:pPr>
            <a:r>
              <a:rPr lang="en-IN"/>
              <a:t>import pandas as pd</a:t>
            </a:r>
            <a:endParaRPr/>
          </a:p>
          <a:p>
            <a:pPr>
              <a:defRPr/>
            </a:pPr>
            <a:r>
              <a:rPr lang="en-IN"/>
              <a:t>from sklearn.model_selection import train_test_split</a:t>
            </a:r>
          </a:p>
          <a:p>
            <a:pPr>
              <a:defRPr/>
            </a:pPr>
            <a:r>
              <a:rPr lang="en-IN"/>
              <a:t>from sklearn.preprocessing import LabelEncoder</a:t>
            </a:r>
          </a:p>
          <a:p>
            <a:pPr>
              <a:defRPr/>
            </a:pPr>
            <a:endParaRPr lang="en-IN"/>
          </a:p>
          <a:p>
            <a:pPr>
              <a:defRPr/>
            </a:pPr>
            <a:r>
              <a:rPr lang="en-IN"/>
              <a:t># Load the dataset from CSV</a:t>
            </a:r>
            <a:endParaRPr/>
          </a:p>
          <a:p>
            <a:pPr>
              <a:defRPr/>
            </a:pPr>
            <a:r>
              <a:rPr lang="en-IN"/>
              <a:t>df = pd.read_csv("iris.csv")</a:t>
            </a:r>
            <a:endParaRPr/>
          </a:p>
          <a:p>
            <a:pPr>
              <a:defRPr/>
            </a:pPr>
            <a:endParaRPr lang="en-IN"/>
          </a:p>
          <a:p>
            <a:pPr>
              <a:defRPr/>
            </a:pPr>
            <a:r>
              <a:rPr lang="en-IN"/>
              <a:t># Display first 5 rows</a:t>
            </a:r>
            <a:endParaRPr/>
          </a:p>
          <a:p>
            <a:pPr>
              <a:defRPr/>
            </a:pPr>
            <a:r>
              <a:rPr lang="en-IN"/>
              <a:t>print(df.head())</a:t>
            </a:r>
            <a:endParaRPr/>
          </a:p>
          <a:p>
            <a:pPr>
              <a:defRPr/>
            </a:pPr>
            <a:endParaRPr lang="en-IN"/>
          </a:p>
          <a:p>
            <a:pPr>
              <a:defRPr/>
            </a:pPr>
            <a:r>
              <a:rPr lang="en-IN"/>
              <a:t># Separate features and target variable</a:t>
            </a:r>
            <a:endParaRPr/>
          </a:p>
          <a:p>
            <a:pPr>
              <a:defRPr/>
            </a:pPr>
            <a:r>
              <a:rPr lang="en-IN"/>
              <a:t>X = df.drop(columns=["species"])  # Features (sepal/petal length &amp; width)</a:t>
            </a:r>
            <a:endParaRPr/>
          </a:p>
          <a:p>
            <a:pPr>
              <a:defRPr/>
            </a:pPr>
            <a:r>
              <a:rPr lang="en-IN"/>
              <a:t>y = df["species"]  # Target (flower species)</a:t>
            </a:r>
            <a:endParaRPr/>
          </a:p>
          <a:p>
            <a:pPr>
              <a:defRPr/>
            </a:pPr>
            <a:endParaRPr lang="en-IN"/>
          </a:p>
          <a:p>
            <a:pPr>
              <a:defRPr/>
            </a:pPr>
            <a:r>
              <a:rPr lang="en-IN"/>
              <a:t># Convert categorical species column to numeric</a:t>
            </a:r>
            <a:endParaRPr/>
          </a:p>
          <a:p>
            <a:pPr>
              <a:defRPr/>
            </a:pPr>
            <a:r>
              <a:rPr lang="en-IN"/>
              <a:t>le = LabelEncoder()</a:t>
            </a:r>
            <a:endParaRPr/>
          </a:p>
          <a:p>
            <a:pPr>
              <a:defRPr/>
            </a:pPr>
            <a:r>
              <a:rPr lang="en-IN"/>
              <a:t>y = le.fit_transform(y)  # Converts "setosa", "versicolor", "virginica" to 0, 1, 2</a:t>
            </a:r>
            <a:endParaRPr/>
          </a:p>
          <a:p>
            <a:pPr>
              <a:defRPr/>
            </a:pPr>
            <a:endParaRPr lang="en-IN"/>
          </a:p>
          <a:p>
            <a:pPr>
              <a:defRPr/>
            </a:pPr>
            <a:r>
              <a:rPr lang="en-IN"/>
              <a:t># Split into training (80%) and testing (20%) sets</a:t>
            </a:r>
            <a:endParaRPr/>
          </a:p>
          <a:p>
            <a:pPr>
              <a:defRPr/>
            </a:pPr>
            <a:r>
              <a:rPr lang="en-IN"/>
              <a:t>X_train, X_test, y_train, y_test = train_test_split(X, y, test_size=0.2, random_state=42)</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57362142" name="Picture 3"/>
          <p:cNvPicPr/>
          <p:nvPr/>
        </p:nvPicPr>
        <p:blipFill rotWithShape="1">
          <a:blip r:embed="rId3"/>
          <a:stretch/>
        </p:blipFill>
        <p:spPr bwMode="auto">
          <a:xfrm>
            <a:off x="11503320" y="0"/>
            <a:ext cx="688680" cy="689040"/>
          </a:xfrm>
          <a:prstGeom prst="rect">
            <a:avLst/>
          </a:prstGeom>
          <a:ln w="0">
            <a:noFill/>
          </a:ln>
        </p:spPr>
      </p:pic>
      <p:sp>
        <p:nvSpPr>
          <p:cNvPr id="1195663186" name="TextBox 4"/>
          <p:cNvSpPr txBox="1"/>
          <p:nvPr/>
        </p:nvSpPr>
        <p:spPr bwMode="auto">
          <a:xfrm>
            <a:off x="304800" y="259080"/>
            <a:ext cx="10896599" cy="6555641"/>
          </a:xfrm>
          <a:prstGeom prst="rect">
            <a:avLst/>
          </a:prstGeom>
          <a:noFill/>
        </p:spPr>
        <p:txBody>
          <a:bodyPr wrap="square">
            <a:spAutoFit/>
          </a:bodyPr>
          <a:lstStyle/>
          <a:p>
            <a:pPr marL="0" indent="0">
              <a:buNone/>
              <a:defRPr/>
            </a:pPr>
            <a:r>
              <a:rPr lang="en-IN" sz="2000"/>
              <a:t>from sklearn.svm import SVC</a:t>
            </a:r>
            <a:endParaRPr/>
          </a:p>
          <a:p>
            <a:pPr>
              <a:defRPr/>
            </a:pPr>
            <a:r>
              <a:rPr lang="en-IN" sz="2000"/>
              <a:t>from sklearn.metrics import accuracy_score, classification_report, confusion_matrix</a:t>
            </a:r>
            <a:endParaRPr/>
          </a:p>
          <a:p>
            <a:pPr marL="0" indent="0">
              <a:buNone/>
              <a:defRPr/>
            </a:pPr>
            <a:endParaRPr lang="en-IN" sz="2000"/>
          </a:p>
          <a:p>
            <a:pPr marL="0" indent="0">
              <a:buNone/>
              <a:defRPr/>
            </a:pPr>
            <a:r>
              <a:rPr lang="en-IN" sz="2000"/>
              <a:t># Initialize SVM model with linear kernel</a:t>
            </a:r>
            <a:endParaRPr/>
          </a:p>
          <a:p>
            <a:pPr marL="0" indent="0">
              <a:buNone/>
              <a:defRPr/>
            </a:pPr>
            <a:r>
              <a:rPr lang="en-IN" sz="2000"/>
              <a:t>model = SVC(kernel="linear", C=1.0, random_state=42)</a:t>
            </a:r>
            <a:endParaRPr/>
          </a:p>
          <a:p>
            <a:pPr marL="0" indent="0">
              <a:buNone/>
              <a:defRPr/>
            </a:pPr>
            <a:endParaRPr lang="en-IN" sz="2000"/>
          </a:p>
          <a:p>
            <a:pPr marL="0" indent="0">
              <a:buNone/>
              <a:defRPr/>
            </a:pPr>
            <a:r>
              <a:rPr lang="en-IN" sz="2000"/>
              <a:t># Train the model</a:t>
            </a:r>
            <a:endParaRPr/>
          </a:p>
          <a:p>
            <a:pPr marL="0" indent="0">
              <a:buNone/>
              <a:defRPr/>
            </a:pPr>
            <a:r>
              <a:rPr lang="en-IN" sz="2000"/>
              <a:t>model.fit(X_train, y_train)</a:t>
            </a:r>
            <a:endParaRPr/>
          </a:p>
          <a:p>
            <a:pPr marL="0" indent="0">
              <a:buNone/>
              <a:defRPr/>
            </a:pPr>
            <a:endParaRPr lang="en-IN" sz="2000"/>
          </a:p>
          <a:p>
            <a:pPr marL="0" indent="0">
              <a:buNone/>
              <a:defRPr/>
            </a:pPr>
            <a:r>
              <a:rPr lang="en-IN" sz="2000"/>
              <a:t># Make predictions</a:t>
            </a:r>
            <a:endParaRPr/>
          </a:p>
          <a:p>
            <a:pPr marL="0" indent="0">
              <a:buNone/>
              <a:defRPr/>
            </a:pPr>
            <a:r>
              <a:rPr lang="en-IN" sz="2000"/>
              <a:t>y_pred = model.predict(X_test)</a:t>
            </a:r>
            <a:endParaRPr/>
          </a:p>
          <a:p>
            <a:pPr marL="0" indent="0">
              <a:buNone/>
              <a:defRPr/>
            </a:pPr>
            <a:endParaRPr lang="en-IN" sz="2000"/>
          </a:p>
          <a:p>
            <a:pPr marL="0" indent="0">
              <a:buNone/>
              <a:defRPr/>
            </a:pPr>
            <a:r>
              <a:rPr lang="en-IN" sz="2000"/>
              <a:t># Calculate accuracy</a:t>
            </a:r>
            <a:endParaRPr/>
          </a:p>
          <a:p>
            <a:pPr marL="0" indent="0">
              <a:buNone/>
              <a:defRPr/>
            </a:pPr>
            <a:r>
              <a:rPr lang="en-IN" sz="2000"/>
              <a:t>accuracy = accuracy_score(y_test, y_pred)</a:t>
            </a:r>
            <a:endParaRPr/>
          </a:p>
          <a:p>
            <a:pPr marL="0" indent="0">
              <a:buNone/>
              <a:defRPr/>
            </a:pPr>
            <a:r>
              <a:rPr lang="en-IN" sz="2000"/>
              <a:t>print(f"Accuracy: {accuracy * 100:.2f}%")</a:t>
            </a:r>
            <a:endParaRPr/>
          </a:p>
          <a:p>
            <a:pPr marL="0" indent="0">
              <a:buNone/>
              <a:defRPr/>
            </a:pPr>
            <a:r>
              <a:rPr lang="en-IN" sz="2000"/>
              <a:t># Classification report</a:t>
            </a:r>
            <a:endParaRPr/>
          </a:p>
          <a:p>
            <a:pPr marL="0" indent="0">
              <a:buNone/>
              <a:defRPr/>
            </a:pPr>
            <a:r>
              <a:rPr lang="en-IN" sz="2000"/>
              <a:t>print("\nClassification Report:")</a:t>
            </a:r>
            <a:endParaRPr/>
          </a:p>
          <a:p>
            <a:pPr marL="0" indent="0">
              <a:buNone/>
              <a:defRPr/>
            </a:pPr>
            <a:r>
              <a:rPr lang="en-IN" sz="2000"/>
              <a:t>print(classification_report(y_test, y_pred, target_names=le.classes_))</a:t>
            </a:r>
            <a:endParaRPr/>
          </a:p>
          <a:p>
            <a:pPr marL="0" indent="0">
              <a:buNone/>
              <a:defRPr/>
            </a:pPr>
            <a:r>
              <a:rPr lang="en-IN" sz="2000"/>
              <a:t># Confusion matrix</a:t>
            </a:r>
            <a:endParaRPr/>
          </a:p>
          <a:p>
            <a:pPr marL="0" indent="0">
              <a:buNone/>
              <a:defRPr/>
            </a:pPr>
            <a:r>
              <a:rPr lang="en-IN" sz="2000"/>
              <a:t>print("\nConfusion Matrix:")</a:t>
            </a:r>
            <a:endParaRPr/>
          </a:p>
          <a:p>
            <a:pPr marL="0" indent="0">
              <a:buNone/>
              <a:defRPr/>
            </a:pPr>
            <a:r>
              <a:rPr lang="en-IN" sz="2000"/>
              <a:t>print(confusion_matrix(y_test, y_pred))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6525458" name="Title 1"/>
          <p:cNvSpPr>
            <a:spLocks noGrp="1"/>
          </p:cNvSpPr>
          <p:nvPr>
            <p:ph type="title"/>
          </p:nvPr>
        </p:nvSpPr>
        <p:spPr bwMode="auto">
          <a:xfrm>
            <a:off x="838199" y="378821"/>
            <a:ext cx="10515600" cy="1031967"/>
          </a:xfrm>
        </p:spPr>
        <p:txBody>
          <a:bodyPr/>
          <a:lstStyle/>
          <a:p>
            <a:pPr algn="ctr">
              <a:defRPr/>
            </a:pPr>
            <a:r>
              <a:rPr lang="en-IN" b="1">
                <a:solidFill>
                  <a:srgbClr val="FF0000"/>
                </a:solidFill>
                <a:latin typeface="Calibri"/>
              </a:rPr>
              <a:t>Introduction to Text Mining</a:t>
            </a:r>
            <a:endParaRPr/>
          </a:p>
        </p:txBody>
      </p:sp>
      <p:pic>
        <p:nvPicPr>
          <p:cNvPr id="11102142" name="Picture 3"/>
          <p:cNvPicPr/>
          <p:nvPr/>
        </p:nvPicPr>
        <p:blipFill rotWithShape="1">
          <a:blip r:embed="rId3"/>
          <a:stretch/>
        </p:blipFill>
        <p:spPr bwMode="auto">
          <a:xfrm>
            <a:off x="11503320" y="0"/>
            <a:ext cx="688680" cy="689040"/>
          </a:xfrm>
          <a:prstGeom prst="rect">
            <a:avLst/>
          </a:prstGeom>
          <a:ln w="0">
            <a:noFill/>
          </a:ln>
        </p:spPr>
      </p:pic>
      <p:sp>
        <p:nvSpPr>
          <p:cNvPr id="1354378744" name="TextBox 5"/>
          <p:cNvSpPr txBox="1"/>
          <p:nvPr/>
        </p:nvSpPr>
        <p:spPr bwMode="auto">
          <a:xfrm>
            <a:off x="838199" y="1933302"/>
            <a:ext cx="10665119" cy="1015662"/>
          </a:xfrm>
          <a:prstGeom prst="rect">
            <a:avLst/>
          </a:prstGeom>
          <a:noFill/>
        </p:spPr>
        <p:txBody>
          <a:bodyPr wrap="square" rtlCol="0">
            <a:spAutoFit/>
          </a:bodyPr>
          <a:lstStyle/>
          <a:p>
            <a:pPr marL="342900" indent="-342900">
              <a:buFont typeface="Arial"/>
              <a:buChar char="•"/>
              <a:defRPr/>
            </a:pPr>
            <a:r>
              <a:rPr lang="en-IN" sz="2000"/>
              <a:t>Text Mining (also called Text Analytics) is the process of extracting meaningful information from unstructured text data.</a:t>
            </a:r>
            <a:endParaRPr/>
          </a:p>
          <a:p>
            <a:pPr marL="342900" indent="-342900">
              <a:buFont typeface="Arial"/>
              <a:buChar char="•"/>
              <a:defRPr/>
            </a:pPr>
            <a:r>
              <a:rPr lang="en-IN" sz="2000"/>
              <a:t>It helps in transforming a raw text into structured data for analysis, insights, and decision making.</a:t>
            </a:r>
            <a:endParaRPr/>
          </a:p>
        </p:txBody>
      </p:sp>
      <p:sp>
        <p:nvSpPr>
          <p:cNvPr id="1246439275" name="TextBox 6"/>
          <p:cNvSpPr txBox="1"/>
          <p:nvPr/>
        </p:nvSpPr>
        <p:spPr bwMode="auto">
          <a:xfrm>
            <a:off x="838197" y="3121222"/>
            <a:ext cx="10665120" cy="2246769"/>
          </a:xfrm>
          <a:prstGeom prst="rect">
            <a:avLst/>
          </a:prstGeom>
          <a:noFill/>
        </p:spPr>
        <p:txBody>
          <a:bodyPr wrap="square" rtlCol="0">
            <a:spAutoFit/>
          </a:bodyPr>
          <a:lstStyle/>
          <a:p>
            <a:pPr>
              <a:defRPr/>
            </a:pPr>
            <a:r>
              <a:rPr lang="en-IN" sz="2000" b="1"/>
              <a:t>Flow of Text Mining</a:t>
            </a:r>
            <a:endParaRPr/>
          </a:p>
          <a:p>
            <a:pPr marL="342900" indent="-342900">
              <a:buFont typeface="Arial"/>
              <a:buChar char="•"/>
              <a:defRPr/>
            </a:pPr>
            <a:r>
              <a:rPr lang="en-IN" sz="2000"/>
              <a:t>Text Preprocessing</a:t>
            </a:r>
            <a:endParaRPr/>
          </a:p>
          <a:p>
            <a:pPr marL="342900" indent="-342900">
              <a:buFont typeface="Arial"/>
              <a:buChar char="•"/>
              <a:defRPr/>
            </a:pPr>
            <a:r>
              <a:rPr lang="en-IN" sz="2000"/>
              <a:t>Feature Extraction</a:t>
            </a:r>
            <a:endParaRPr/>
          </a:p>
          <a:p>
            <a:pPr marL="342900" indent="-342900">
              <a:buFont typeface="Arial"/>
              <a:buChar char="•"/>
              <a:defRPr/>
            </a:pPr>
            <a:r>
              <a:rPr lang="en-IN" sz="2000"/>
              <a:t>Text Analysis</a:t>
            </a:r>
            <a:endParaRPr/>
          </a:p>
          <a:p>
            <a:pPr marL="342900" indent="-342900">
              <a:buFont typeface="Arial"/>
              <a:buChar char="•"/>
              <a:defRPr/>
            </a:pPr>
            <a:r>
              <a:rPr lang="en-IN" sz="2000"/>
              <a:t>Text Classification &amp; Clustering</a:t>
            </a:r>
            <a:endParaRPr/>
          </a:p>
          <a:p>
            <a:pPr marL="342900" indent="-342900">
              <a:buFont typeface="Arial"/>
              <a:buChar char="•"/>
              <a:defRPr/>
            </a:pPr>
            <a:r>
              <a:rPr lang="en-IN" sz="2000"/>
              <a:t>Visualization</a:t>
            </a:r>
            <a:endParaRPr/>
          </a:p>
          <a:p>
            <a:pPr marL="342900" indent="-342900">
              <a:buFont typeface="Arial"/>
              <a:buChar char="•"/>
              <a:defRPr/>
            </a:pPr>
            <a:r>
              <a:rPr lang="en-IN" sz="2000"/>
              <a:t>Interpretation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854306109" name="Picture 3"/>
          <p:cNvPicPr/>
          <p:nvPr/>
        </p:nvPicPr>
        <p:blipFill rotWithShape="1">
          <a:blip r:embed="rId3"/>
          <a:stretch/>
        </p:blipFill>
        <p:spPr bwMode="auto">
          <a:xfrm>
            <a:off x="11503320" y="0"/>
            <a:ext cx="688680" cy="689040"/>
          </a:xfrm>
          <a:prstGeom prst="rect">
            <a:avLst/>
          </a:prstGeom>
          <a:ln w="0">
            <a:noFill/>
          </a:ln>
        </p:spPr>
      </p:pic>
      <p:sp>
        <p:nvSpPr>
          <p:cNvPr id="1013834897" name="TextBox 4"/>
          <p:cNvSpPr txBox="1"/>
          <p:nvPr/>
        </p:nvSpPr>
        <p:spPr bwMode="auto">
          <a:xfrm>
            <a:off x="561703" y="1463040"/>
            <a:ext cx="10941617" cy="4401204"/>
          </a:xfrm>
          <a:prstGeom prst="rect">
            <a:avLst/>
          </a:prstGeom>
          <a:noFill/>
        </p:spPr>
        <p:txBody>
          <a:bodyPr wrap="square" rtlCol="0">
            <a:spAutoFit/>
          </a:bodyPr>
          <a:lstStyle/>
          <a:p>
            <a:pPr algn="just">
              <a:defRPr/>
            </a:pPr>
            <a:r>
              <a:rPr lang="en-US" sz="2000"/>
              <a:t>TF-IDF is a numerical statistic used in text mining to measure how important a word is in a document relative to a collection of documents.</a:t>
            </a:r>
            <a:endParaRPr/>
          </a:p>
          <a:p>
            <a:pPr algn="just">
              <a:defRPr/>
            </a:pPr>
            <a:r>
              <a:rPr lang="en-US" sz="2000"/>
              <a:t>It helps in identifying significant words while reducing the weight of commonly used words like “the”, “is”, “and”, etc.</a:t>
            </a:r>
            <a:endParaRPr/>
          </a:p>
          <a:p>
            <a:pPr algn="just">
              <a:defRPr/>
            </a:pPr>
            <a:endParaRPr lang="en-US" sz="2000"/>
          </a:p>
          <a:p>
            <a:pPr algn="just">
              <a:defRPr/>
            </a:pPr>
            <a:r>
              <a:rPr lang="en-US" sz="2000" b="1"/>
              <a:t>Working</a:t>
            </a:r>
            <a:r>
              <a:rPr lang="en-US" sz="2000"/>
              <a:t> </a:t>
            </a:r>
            <a:endParaRPr/>
          </a:p>
          <a:p>
            <a:pPr algn="just">
              <a:defRPr/>
            </a:pPr>
            <a:r>
              <a:rPr lang="en-US" sz="2000"/>
              <a:t>TF-IDF is a combination of two components:</a:t>
            </a:r>
            <a:endParaRPr/>
          </a:p>
          <a:p>
            <a:pPr algn="just">
              <a:defRPr/>
            </a:pPr>
            <a:endParaRPr lang="en-US" sz="2000"/>
          </a:p>
          <a:p>
            <a:pPr marL="342900" indent="-342900" algn="just">
              <a:buFont typeface="Arial"/>
              <a:buChar char="•"/>
              <a:defRPr/>
            </a:pPr>
            <a:r>
              <a:rPr lang="en-US" sz="2000" b="1"/>
              <a:t>Term Frequency (TF): </a:t>
            </a:r>
            <a:r>
              <a:rPr lang="en-US" sz="2000"/>
              <a:t>Measure how often a word appears in a document.</a:t>
            </a:r>
            <a:endParaRPr/>
          </a:p>
          <a:p>
            <a:pPr algn="just">
              <a:defRPr/>
            </a:pPr>
            <a:endParaRPr lang="en-US" sz="2000" b="1"/>
          </a:p>
          <a:p>
            <a:pPr algn="just">
              <a:defRPr/>
            </a:pPr>
            <a:endParaRPr lang="en-IN" sz="2000" b="1"/>
          </a:p>
          <a:p>
            <a:pPr algn="just">
              <a:defRPr/>
            </a:pPr>
            <a:endParaRPr lang="en-IN" sz="2000" b="1"/>
          </a:p>
          <a:p>
            <a:pPr algn="just">
              <a:defRPr/>
            </a:pPr>
            <a:endParaRPr lang="en-IN" sz="2000" b="1"/>
          </a:p>
          <a:p>
            <a:pPr algn="just">
              <a:defRPr/>
            </a:pPr>
            <a:r>
              <a:rPr lang="en-IN" sz="2000"/>
              <a:t>Higher TF means the word appears frequently in the document.</a:t>
            </a:r>
            <a:endParaRPr/>
          </a:p>
        </p:txBody>
      </p:sp>
      <p:sp>
        <p:nvSpPr>
          <p:cNvPr id="1302307382" name="TextBox 5"/>
          <p:cNvSpPr txBox="1"/>
          <p:nvPr/>
        </p:nvSpPr>
        <p:spPr bwMode="auto">
          <a:xfrm>
            <a:off x="688680" y="587828"/>
            <a:ext cx="10814639" cy="615552"/>
          </a:xfrm>
          <a:prstGeom prst="rect">
            <a:avLst/>
          </a:prstGeom>
          <a:noFill/>
        </p:spPr>
        <p:txBody>
          <a:bodyPr wrap="square" rtlCol="0">
            <a:spAutoFit/>
          </a:bodyPr>
          <a:lstStyle/>
          <a:p>
            <a:pPr algn="ctr">
              <a:defRPr/>
            </a:pPr>
            <a:r>
              <a:rPr lang="en-IN" sz="3400" b="1">
                <a:solidFill>
                  <a:srgbClr val="FF0000"/>
                </a:solidFill>
              </a:rPr>
              <a:t>TF-IDF (Term Frequency – Inverse Document Frequency)</a:t>
            </a:r>
            <a:endParaRPr/>
          </a:p>
        </p:txBody>
      </p:sp>
      <p:pic>
        <p:nvPicPr>
          <p:cNvPr id="2132692349" name="Picture 7"/>
          <p:cNvPicPr>
            <a:picLocks noChangeAspect="1"/>
          </p:cNvPicPr>
          <p:nvPr/>
        </p:nvPicPr>
        <p:blipFill rotWithShape="1">
          <a:blip r:embed="rId4"/>
          <a:stretch/>
        </p:blipFill>
        <p:spPr bwMode="auto">
          <a:xfrm>
            <a:off x="2221178" y="4415492"/>
            <a:ext cx="5544322" cy="77163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24972795" name="Picture 3"/>
          <p:cNvPicPr/>
          <p:nvPr/>
        </p:nvPicPr>
        <p:blipFill rotWithShape="1">
          <a:blip r:embed="rId3"/>
          <a:stretch/>
        </p:blipFill>
        <p:spPr bwMode="auto">
          <a:xfrm>
            <a:off x="11503320" y="0"/>
            <a:ext cx="688680" cy="689040"/>
          </a:xfrm>
          <a:prstGeom prst="rect">
            <a:avLst/>
          </a:prstGeom>
          <a:ln w="0">
            <a:noFill/>
          </a:ln>
        </p:spPr>
      </p:pic>
      <p:sp>
        <p:nvSpPr>
          <p:cNvPr id="396880464" name="TextBox 4"/>
          <p:cNvSpPr txBox="1"/>
          <p:nvPr/>
        </p:nvSpPr>
        <p:spPr bwMode="auto">
          <a:xfrm>
            <a:off x="1021975" y="874058"/>
            <a:ext cx="10085294" cy="4154983"/>
          </a:xfrm>
          <a:prstGeom prst="rect">
            <a:avLst/>
          </a:prstGeom>
          <a:noFill/>
        </p:spPr>
        <p:txBody>
          <a:bodyPr wrap="square" rtlCol="0">
            <a:spAutoFit/>
          </a:bodyPr>
          <a:lstStyle/>
          <a:p>
            <a:pPr marL="342900" indent="-342900">
              <a:buFont typeface="Arial"/>
              <a:buChar char="•"/>
              <a:defRPr/>
            </a:pPr>
            <a:r>
              <a:rPr lang="en-IN" sz="2000" b="1"/>
              <a:t>Inverse Document Frequency (IDF): </a:t>
            </a:r>
            <a:r>
              <a:rPr lang="en-IN" sz="2000"/>
              <a:t>Measures how important a word is by reducing the weight of common words.</a:t>
            </a:r>
            <a:endParaRPr/>
          </a:p>
          <a:p>
            <a:pPr marL="342900" indent="-342900">
              <a:buFont typeface="Arial"/>
              <a:buChar char="•"/>
              <a:defRPr/>
            </a:pPr>
            <a:endParaRPr lang="en-IN" sz="2000"/>
          </a:p>
          <a:p>
            <a:pPr marL="342900" indent="-342900">
              <a:buFont typeface="Arial"/>
              <a:buChar char="•"/>
              <a:defRPr/>
            </a:pPr>
            <a:endParaRPr lang="en-IN" sz="2000"/>
          </a:p>
          <a:p>
            <a:pPr marL="342900" indent="-342900">
              <a:buFont typeface="Arial"/>
              <a:buChar char="•"/>
              <a:defRPr/>
            </a:pPr>
            <a:endParaRPr lang="en-IN" sz="2000"/>
          </a:p>
          <a:p>
            <a:pPr>
              <a:defRPr/>
            </a:pPr>
            <a:r>
              <a:rPr lang="en-IN" sz="2000"/>
              <a:t>Words that appear in many documents get a </a:t>
            </a:r>
            <a:r>
              <a:rPr lang="en-IN" sz="2000" b="1"/>
              <a:t>low IDF </a:t>
            </a:r>
            <a:r>
              <a:rPr lang="en-IN" sz="2000"/>
              <a:t>(less important).</a:t>
            </a:r>
            <a:endParaRPr/>
          </a:p>
          <a:p>
            <a:pPr>
              <a:defRPr/>
            </a:pPr>
            <a:r>
              <a:rPr lang="en-IN" sz="2000"/>
              <a:t>Rare words get a </a:t>
            </a:r>
            <a:r>
              <a:rPr lang="en-IN" sz="2000" b="1"/>
              <a:t>high IDF </a:t>
            </a:r>
            <a:r>
              <a:rPr lang="en-IN" sz="2000"/>
              <a:t>(more important).</a:t>
            </a:r>
            <a:endParaRPr/>
          </a:p>
          <a:p>
            <a:pPr marL="342900" indent="-342900">
              <a:buFont typeface="Arial"/>
              <a:buChar char="•"/>
              <a:defRPr/>
            </a:pPr>
            <a:endParaRPr lang="en-IN" sz="2000"/>
          </a:p>
          <a:p>
            <a:pPr>
              <a:defRPr/>
            </a:pPr>
            <a:endParaRPr lang="en-IN" sz="2000"/>
          </a:p>
          <a:p>
            <a:pPr marL="342900" indent="-342900">
              <a:buFont typeface="Arial"/>
              <a:buChar char="•"/>
              <a:defRPr/>
            </a:pPr>
            <a:r>
              <a:rPr lang="en-IN" sz="2000" b="1"/>
              <a:t>TF-IDF Score:</a:t>
            </a:r>
            <a:endParaRPr/>
          </a:p>
          <a:p>
            <a:pPr>
              <a:defRPr/>
            </a:pPr>
            <a:r>
              <a:rPr lang="en-IN" sz="2000" b="1"/>
              <a:t>		</a:t>
            </a:r>
            <a:r>
              <a:rPr lang="en-IN" sz="2400"/>
              <a:t>TF-IDF = TF x IDF</a:t>
            </a:r>
            <a:endParaRPr/>
          </a:p>
          <a:p>
            <a:pPr>
              <a:defRPr/>
            </a:pPr>
            <a:r>
              <a:rPr lang="en-IN" sz="2000" b="1"/>
              <a:t>High TF-IDF score: </a:t>
            </a:r>
            <a:r>
              <a:rPr lang="en-IN" sz="2000"/>
              <a:t>Important and unique word in the document.</a:t>
            </a:r>
            <a:endParaRPr/>
          </a:p>
          <a:p>
            <a:pPr>
              <a:defRPr/>
            </a:pPr>
            <a:r>
              <a:rPr lang="en-IN" sz="2000" b="1"/>
              <a:t>Low TF-IDF score: </a:t>
            </a:r>
            <a:r>
              <a:rPr lang="en-IN" sz="2000"/>
              <a:t>Common and less significant word.</a:t>
            </a:r>
            <a:endParaRPr lang="en-IN" sz="2000" b="1"/>
          </a:p>
        </p:txBody>
      </p:sp>
      <p:pic>
        <p:nvPicPr>
          <p:cNvPr id="1454661722" name="Picture 6"/>
          <p:cNvPicPr>
            <a:picLocks noChangeAspect="1"/>
          </p:cNvPicPr>
          <p:nvPr/>
        </p:nvPicPr>
        <p:blipFill rotWithShape="1">
          <a:blip r:embed="rId4"/>
          <a:stretch/>
        </p:blipFill>
        <p:spPr bwMode="auto">
          <a:xfrm>
            <a:off x="2272698" y="1613871"/>
            <a:ext cx="6037583" cy="86038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72798789" name="Picture 3"/>
          <p:cNvPicPr/>
          <p:nvPr/>
        </p:nvPicPr>
        <p:blipFill rotWithShape="1">
          <a:blip r:embed="rId3"/>
          <a:stretch/>
        </p:blipFill>
        <p:spPr bwMode="auto">
          <a:xfrm>
            <a:off x="11503320" y="0"/>
            <a:ext cx="688680" cy="689040"/>
          </a:xfrm>
          <a:prstGeom prst="rect">
            <a:avLst/>
          </a:prstGeom>
          <a:ln w="0">
            <a:noFill/>
          </a:ln>
        </p:spPr>
      </p:pic>
      <p:sp>
        <p:nvSpPr>
          <p:cNvPr id="728646566" name="TextBox 4"/>
          <p:cNvSpPr txBox="1"/>
          <p:nvPr/>
        </p:nvSpPr>
        <p:spPr bwMode="auto">
          <a:xfrm>
            <a:off x="289559" y="335279"/>
            <a:ext cx="11073206" cy="6247863"/>
          </a:xfrm>
          <a:prstGeom prst="rect">
            <a:avLst/>
          </a:prstGeom>
          <a:noFill/>
        </p:spPr>
        <p:txBody>
          <a:bodyPr wrap="square" rtlCol="0">
            <a:spAutoFit/>
          </a:bodyPr>
          <a:lstStyle/>
          <a:p>
            <a:pPr>
              <a:defRPr/>
            </a:pPr>
            <a:r>
              <a:rPr lang="en-IN" sz="2000" b="1"/>
              <a:t>Example</a:t>
            </a:r>
            <a:endParaRPr/>
          </a:p>
          <a:p>
            <a:pPr>
              <a:defRPr/>
            </a:pPr>
            <a:endParaRPr lang="en-IN" sz="2000"/>
          </a:p>
          <a:p>
            <a:pPr>
              <a:defRPr/>
            </a:pPr>
            <a:r>
              <a:rPr lang="en-IN" sz="2000"/>
              <a:t>from sklearn.feature_extraction.text import TfidfVectorizer</a:t>
            </a:r>
            <a:endParaRPr/>
          </a:p>
          <a:p>
            <a:pPr>
              <a:defRPr/>
            </a:pPr>
            <a:r>
              <a:rPr lang="en-IN" sz="2000"/>
              <a:t># Sample text documents</a:t>
            </a:r>
            <a:endParaRPr/>
          </a:p>
          <a:p>
            <a:pPr>
              <a:defRPr/>
            </a:pPr>
            <a:r>
              <a:rPr lang="en-IN" sz="2000"/>
              <a:t>documents = [</a:t>
            </a:r>
            <a:endParaRPr/>
          </a:p>
          <a:p>
            <a:pPr>
              <a:defRPr/>
            </a:pPr>
            <a:r>
              <a:rPr lang="en-IN" sz="2000"/>
              <a:t>    "The cat sat on the mat.",</a:t>
            </a:r>
            <a:endParaRPr/>
          </a:p>
          <a:p>
            <a:pPr>
              <a:defRPr/>
            </a:pPr>
            <a:r>
              <a:rPr lang="en-IN" sz="2000"/>
              <a:t>    "The dog sat on the mat.",</a:t>
            </a:r>
            <a:endParaRPr/>
          </a:p>
          <a:p>
            <a:pPr>
              <a:defRPr/>
            </a:pPr>
            <a:r>
              <a:rPr lang="en-IN" sz="2000"/>
              <a:t>    "The cat and dog are friends."</a:t>
            </a:r>
            <a:endParaRPr/>
          </a:p>
          <a:p>
            <a:pPr>
              <a:defRPr/>
            </a:pPr>
            <a:r>
              <a:rPr lang="en-IN" sz="2000"/>
              <a:t>]</a:t>
            </a:r>
            <a:endParaRPr/>
          </a:p>
          <a:p>
            <a:pPr>
              <a:defRPr/>
            </a:pPr>
            <a:r>
              <a:rPr lang="en-IN" sz="2000"/>
              <a:t># Create TF-IDF Vectorizer</a:t>
            </a:r>
            <a:endParaRPr/>
          </a:p>
          <a:p>
            <a:pPr>
              <a:defRPr/>
            </a:pPr>
            <a:r>
              <a:rPr lang="en-IN" sz="2000"/>
              <a:t>vectorizer = TfidfVectorizer()</a:t>
            </a:r>
            <a:endParaRPr/>
          </a:p>
          <a:p>
            <a:pPr>
              <a:defRPr/>
            </a:pPr>
            <a:r>
              <a:rPr lang="en-IN" sz="2000"/>
              <a:t># Compute TF-IDF scores</a:t>
            </a:r>
            <a:endParaRPr/>
          </a:p>
          <a:p>
            <a:pPr>
              <a:defRPr/>
            </a:pPr>
            <a:r>
              <a:rPr lang="en-IN" sz="2000"/>
              <a:t>tfidf_matrix = vectorizer.fit_transform(documents)</a:t>
            </a:r>
            <a:endParaRPr/>
          </a:p>
          <a:p>
            <a:pPr>
              <a:defRPr/>
            </a:pPr>
            <a:r>
              <a:rPr lang="en-IN" sz="2000"/>
              <a:t># Get feature names (words)</a:t>
            </a:r>
            <a:endParaRPr/>
          </a:p>
          <a:p>
            <a:pPr>
              <a:defRPr/>
            </a:pPr>
            <a:r>
              <a:rPr lang="en-IN" sz="2000"/>
              <a:t>feature_names = vectorizer.get_feature_names_out()</a:t>
            </a:r>
            <a:endParaRPr/>
          </a:p>
          <a:p>
            <a:pPr>
              <a:defRPr/>
            </a:pPr>
            <a:r>
              <a:rPr lang="en-IN" sz="2000"/>
              <a:t># Convert to DataFrame for better readability</a:t>
            </a:r>
            <a:endParaRPr/>
          </a:p>
          <a:p>
            <a:pPr>
              <a:defRPr/>
            </a:pPr>
            <a:r>
              <a:rPr lang="en-IN" sz="2000"/>
              <a:t>import pandas as pd</a:t>
            </a:r>
            <a:endParaRPr/>
          </a:p>
          <a:p>
            <a:pPr>
              <a:defRPr/>
            </a:pPr>
            <a:r>
              <a:rPr lang="en-IN" sz="2000"/>
              <a:t>df = pd.DataFrame(tfidf_matrix.toarray(), columns=feature_names)</a:t>
            </a:r>
            <a:endParaRPr/>
          </a:p>
          <a:p>
            <a:pPr>
              <a:defRPr/>
            </a:pPr>
            <a:r>
              <a:rPr lang="en-IN" sz="2000"/>
              <a:t># Display the TF-IDF scores</a:t>
            </a:r>
            <a:endParaRPr/>
          </a:p>
          <a:p>
            <a:pPr>
              <a:defRPr/>
            </a:pPr>
            <a:r>
              <a:rPr lang="en-IN" sz="2000"/>
              <a:t>print(df)</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8795712" name="Title 1"/>
          <p:cNvSpPr>
            <a:spLocks noGrp="1"/>
          </p:cNvSpPr>
          <p:nvPr>
            <p:ph type="title"/>
          </p:nvPr>
        </p:nvSpPr>
        <p:spPr bwMode="auto">
          <a:xfrm>
            <a:off x="335280" y="365125"/>
            <a:ext cx="11704320" cy="579755"/>
          </a:xfrm>
        </p:spPr>
        <p:txBody>
          <a:bodyPr>
            <a:normAutofit fontScale="90000"/>
          </a:bodyPr>
          <a:lstStyle/>
          <a:p>
            <a:pPr algn="ctr">
              <a:defRPr/>
            </a:pPr>
            <a:r>
              <a:rPr lang="en-IN" b="1">
                <a:solidFill>
                  <a:srgbClr val="FF0000"/>
                </a:solidFill>
                <a:latin typeface="+mn-lt"/>
              </a:rPr>
              <a:t>UNSUPERVISED MACHINE LEARNING ALGORITHMS</a:t>
            </a:r>
            <a:br>
              <a:rPr lang="en-IN" b="1">
                <a:solidFill>
                  <a:srgbClr val="FF0000"/>
                </a:solidFill>
                <a:latin typeface="+mn-lt"/>
              </a:rPr>
            </a:br>
            <a:endParaRPr lang="en-IN" sz="3600" b="1">
              <a:solidFill>
                <a:srgbClr val="FF0000"/>
              </a:solidFill>
              <a:latin typeface="+mn-lt"/>
            </a:endParaRPr>
          </a:p>
        </p:txBody>
      </p:sp>
      <p:pic>
        <p:nvPicPr>
          <p:cNvPr id="309099980" name="Picture 3"/>
          <p:cNvPicPr/>
          <p:nvPr/>
        </p:nvPicPr>
        <p:blipFill rotWithShape="1">
          <a:blip r:embed="rId3"/>
          <a:stretch/>
        </p:blipFill>
        <p:spPr bwMode="auto">
          <a:xfrm>
            <a:off x="11512380" y="0"/>
            <a:ext cx="688680" cy="689040"/>
          </a:xfrm>
          <a:prstGeom prst="rect">
            <a:avLst/>
          </a:prstGeom>
          <a:ln w="0">
            <a:noFill/>
          </a:ln>
        </p:spPr>
      </p:pic>
      <p:sp>
        <p:nvSpPr>
          <p:cNvPr id="231531853" name="TextBox 4"/>
          <p:cNvSpPr txBox="1"/>
          <p:nvPr/>
        </p:nvSpPr>
        <p:spPr bwMode="auto">
          <a:xfrm>
            <a:off x="625641" y="1876926"/>
            <a:ext cx="10728159" cy="1323439"/>
          </a:xfrm>
          <a:prstGeom prst="rect">
            <a:avLst/>
          </a:prstGeom>
          <a:noFill/>
        </p:spPr>
        <p:txBody>
          <a:bodyPr wrap="square" rtlCol="0">
            <a:spAutoFit/>
          </a:bodyPr>
          <a:lstStyle/>
          <a:p>
            <a:pPr algn="just">
              <a:defRPr/>
            </a:pPr>
            <a:r>
              <a:rPr lang="en-IN" sz="2000" b="1">
                <a:solidFill>
                  <a:srgbClr val="FF0000"/>
                </a:solidFill>
                <a:latin typeface="+mn-lt"/>
              </a:rPr>
              <a:t>K MEANS CLUSTERING</a:t>
            </a:r>
            <a:endParaRPr lang="en-IN" sz="2000"/>
          </a:p>
          <a:p>
            <a:pPr marL="342900" indent="-342900" algn="just">
              <a:buFont typeface="Arial"/>
              <a:buChar char="•"/>
              <a:defRPr/>
            </a:pPr>
            <a:r>
              <a:rPr lang="en-IN" sz="2000"/>
              <a:t>K Means clustering is an unsupervised learning algorithm which groups the unlabeled dataset into different cluster. </a:t>
            </a:r>
            <a:endParaRPr/>
          </a:p>
          <a:p>
            <a:pPr marL="342900" indent="-342900" algn="just">
              <a:buFont typeface="Arial"/>
              <a:buChar char="•"/>
              <a:defRPr/>
            </a:pPr>
            <a:r>
              <a:rPr lang="en-IN" sz="2000"/>
              <a:t>The algorithm operates iteratively, minimizing the variance within each cluster.</a:t>
            </a:r>
            <a:endParaRPr/>
          </a:p>
        </p:txBody>
      </p:sp>
      <p:sp>
        <p:nvSpPr>
          <p:cNvPr id="1151630136" name="TextBox 5"/>
          <p:cNvSpPr txBox="1"/>
          <p:nvPr/>
        </p:nvSpPr>
        <p:spPr bwMode="auto">
          <a:xfrm>
            <a:off x="625641" y="3304674"/>
            <a:ext cx="10877678" cy="3477875"/>
          </a:xfrm>
          <a:prstGeom prst="rect">
            <a:avLst/>
          </a:prstGeom>
          <a:noFill/>
        </p:spPr>
        <p:txBody>
          <a:bodyPr wrap="square" rtlCol="0">
            <a:spAutoFit/>
          </a:bodyPr>
          <a:lstStyle/>
          <a:p>
            <a:pPr>
              <a:defRPr/>
            </a:pPr>
            <a:r>
              <a:rPr lang="en-IN" sz="2000" b="1"/>
              <a:t>Working</a:t>
            </a:r>
            <a:endParaRPr lang="en-IN" sz="2000"/>
          </a:p>
          <a:p>
            <a:pPr marL="342900" indent="-342900">
              <a:buFont typeface="Arial"/>
              <a:buChar char="•"/>
              <a:defRPr/>
            </a:pPr>
            <a:r>
              <a:rPr lang="en-IN" sz="2000" b="1"/>
              <a:t>You have a Bunch of Dots </a:t>
            </a:r>
            <a:r>
              <a:rPr lang="en-IN" sz="2000"/>
              <a:t>– Suppose you </a:t>
            </a:r>
            <a:r>
              <a:rPr lang="en-US" sz="2000"/>
              <a:t>have a lot of data points (dots) on a graph, and you want to divide them into groups based on how close they are to each other.</a:t>
            </a:r>
            <a:endParaRPr lang="en-IN" sz="2000"/>
          </a:p>
          <a:p>
            <a:pPr marL="342900" indent="-342900">
              <a:buFont typeface="Arial"/>
              <a:buChar char="•"/>
              <a:defRPr/>
            </a:pPr>
            <a:r>
              <a:rPr lang="en-IN" sz="2000" b="1"/>
              <a:t>Pick Random Centers (K Centers) </a:t>
            </a:r>
            <a:r>
              <a:rPr lang="en-IN" sz="2000"/>
              <a:t>- </a:t>
            </a:r>
            <a:r>
              <a:rPr lang="en-US" sz="2000"/>
              <a:t>You first decide how many groups (clusters) you want, let's say 3. The algorithm randomly selects 3 points (centroids) as the starting "centers" of these groups.</a:t>
            </a:r>
            <a:endParaRPr/>
          </a:p>
          <a:p>
            <a:pPr marL="342900" indent="-342900">
              <a:buFont typeface="Arial"/>
              <a:buChar char="•"/>
              <a:defRPr/>
            </a:pPr>
            <a:r>
              <a:rPr lang="en-US" sz="2000" b="1"/>
              <a:t>Assign each dot to the nearest center </a:t>
            </a:r>
            <a:r>
              <a:rPr lang="en-US" sz="2000"/>
              <a:t>- Every data point is assigned to the closest center, forming 3 clusters.</a:t>
            </a:r>
            <a:endParaRPr/>
          </a:p>
          <a:p>
            <a:pPr marL="342900" indent="-342900">
              <a:buFont typeface="Arial"/>
              <a:buChar char="•"/>
              <a:defRPr/>
            </a:pPr>
            <a:r>
              <a:rPr lang="en-US" sz="2000" b="1"/>
              <a:t>Move the Centers </a:t>
            </a:r>
            <a:r>
              <a:rPr lang="en-US" sz="2000"/>
              <a:t>- The center of each cluster is then moved to the average position of all the points in that cluster.</a:t>
            </a:r>
            <a:endParaRPr/>
          </a:p>
          <a:p>
            <a:pPr marL="342900" indent="-342900">
              <a:buFont typeface="Arial"/>
              <a:buChar char="•"/>
              <a:defRPr/>
            </a:pPr>
            <a:r>
              <a:rPr lang="en-US" sz="2000" b="1"/>
              <a:t>Repeat until it Settles </a:t>
            </a:r>
            <a:r>
              <a:rPr lang="en-US" sz="2000"/>
              <a:t>- Steps 3 and 4 are repeated until the centers stop changing much. This means the clusters are now stable.</a:t>
            </a:r>
            <a:endParaRPr lang="en-IN" sz="2000" b="1"/>
          </a:p>
        </p:txBody>
      </p:sp>
      <p:sp>
        <p:nvSpPr>
          <p:cNvPr id="1497548255" name="TextBox 6"/>
          <p:cNvSpPr txBox="1"/>
          <p:nvPr/>
        </p:nvSpPr>
        <p:spPr bwMode="auto">
          <a:xfrm>
            <a:off x="3063240" y="944880"/>
            <a:ext cx="6092190" cy="523220"/>
          </a:xfrm>
          <a:prstGeom prst="rect">
            <a:avLst/>
          </a:prstGeom>
          <a:noFill/>
        </p:spPr>
        <p:txBody>
          <a:bodyPr wrap="square">
            <a:spAutoFit/>
          </a:bodyPr>
          <a:lstStyle/>
          <a:p>
            <a:pPr algn="ctr">
              <a:defRPr/>
            </a:pPr>
            <a:r>
              <a:rPr lang="en-IN" sz="2800" b="1">
                <a:solidFill>
                  <a:srgbClr val="FF0000"/>
                </a:solidFill>
                <a:latin typeface="+mn-lt"/>
              </a:rPr>
              <a:t>CLUSTERING ALGORITHM</a:t>
            </a:r>
            <a:endParaRPr lang="en-IN" sz="28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890485" name="Picture 4"/>
          <p:cNvPicPr>
            <a:picLocks noChangeAspect="1"/>
          </p:cNvPicPr>
          <p:nvPr/>
        </p:nvPicPr>
        <p:blipFill rotWithShape="1">
          <a:blip r:embed="rId3"/>
          <a:stretch/>
        </p:blipFill>
        <p:spPr bwMode="auto">
          <a:xfrm>
            <a:off x="2391102" y="1759800"/>
            <a:ext cx="6432152" cy="4320000"/>
          </a:xfrm>
          <a:prstGeom prst="rect">
            <a:avLst/>
          </a:prstGeom>
        </p:spPr>
      </p:pic>
      <p:sp>
        <p:nvSpPr>
          <p:cNvPr id="1430074682" name="Rectangle 5"/>
          <p:cNvSpPr/>
          <p:nvPr/>
        </p:nvSpPr>
        <p:spPr bwMode="auto">
          <a:xfrm>
            <a:off x="7696200" y="4617720"/>
            <a:ext cx="2286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p>
        </p:txBody>
      </p:sp>
      <p:sp>
        <p:nvSpPr>
          <p:cNvPr id="869397438" name="TextBox 6"/>
          <p:cNvSpPr txBox="1"/>
          <p:nvPr/>
        </p:nvSpPr>
        <p:spPr bwMode="auto">
          <a:xfrm>
            <a:off x="2148840" y="731520"/>
            <a:ext cx="7010399" cy="461665"/>
          </a:xfrm>
          <a:prstGeom prst="rect">
            <a:avLst/>
          </a:prstGeom>
          <a:noFill/>
        </p:spPr>
        <p:txBody>
          <a:bodyPr wrap="square" rtlCol="0">
            <a:spAutoFit/>
          </a:bodyPr>
          <a:lstStyle/>
          <a:p>
            <a:pPr algn="ctr">
              <a:defRPr/>
            </a:pPr>
            <a:r>
              <a:rPr lang="en-IN" sz="2400" b="1"/>
              <a:t>Pick Random Centers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109189854" name="Picture 3"/>
          <p:cNvPicPr/>
          <p:nvPr/>
        </p:nvPicPr>
        <p:blipFill rotWithShape="1">
          <a:blip r:embed="rId3"/>
          <a:stretch/>
        </p:blipFill>
        <p:spPr bwMode="auto">
          <a:xfrm>
            <a:off x="11310815" y="128338"/>
            <a:ext cx="688680" cy="689040"/>
          </a:xfrm>
          <a:prstGeom prst="rect">
            <a:avLst/>
          </a:prstGeom>
          <a:ln w="0">
            <a:noFill/>
          </a:ln>
        </p:spPr>
      </p:pic>
      <p:sp>
        <p:nvSpPr>
          <p:cNvPr id="279733817" name="TextBox 1"/>
          <p:cNvSpPr txBox="1"/>
          <p:nvPr/>
        </p:nvSpPr>
        <p:spPr bwMode="auto">
          <a:xfrm>
            <a:off x="192505" y="128338"/>
            <a:ext cx="11310815" cy="6463308"/>
          </a:xfrm>
          <a:prstGeom prst="rect">
            <a:avLst/>
          </a:prstGeom>
          <a:noFill/>
        </p:spPr>
        <p:txBody>
          <a:bodyPr wrap="square" rtlCol="0">
            <a:spAutoFit/>
          </a:bodyPr>
          <a:lstStyle/>
          <a:p>
            <a:pPr>
              <a:defRPr/>
            </a:pPr>
            <a:r>
              <a:rPr lang="en-IN" b="1"/>
              <a:t>Example</a:t>
            </a:r>
            <a:endParaRPr/>
          </a:p>
          <a:p>
            <a:pPr>
              <a:defRPr/>
            </a:pPr>
            <a:r>
              <a:rPr lang="en-IN"/>
              <a:t>import numpy as np</a:t>
            </a:r>
            <a:endParaRPr/>
          </a:p>
          <a:p>
            <a:pPr>
              <a:defRPr/>
            </a:pPr>
            <a:r>
              <a:rPr lang="en-IN"/>
              <a:t>import matplotlib.pyplot as plt</a:t>
            </a:r>
            <a:endParaRPr/>
          </a:p>
          <a:p>
            <a:pPr>
              <a:defRPr/>
            </a:pPr>
            <a:r>
              <a:rPr lang="en-IN"/>
              <a:t>from sklearn.datasets import make_blobs</a:t>
            </a:r>
          </a:p>
          <a:p>
            <a:pPr>
              <a:defRPr/>
            </a:pPr>
            <a:r>
              <a:rPr lang="en-IN"/>
              <a:t>from sklearn.cluster import KMeans</a:t>
            </a:r>
            <a:endParaRPr/>
          </a:p>
          <a:p>
            <a:pPr>
              <a:defRPr/>
            </a:pPr>
            <a:endParaRPr lang="en-IN"/>
          </a:p>
          <a:p>
            <a:pPr>
              <a:defRPr/>
            </a:pPr>
            <a:r>
              <a:rPr lang="en-IN"/>
              <a:t># Generate synthetic dataset with 4 clusters</a:t>
            </a:r>
            <a:endParaRPr/>
          </a:p>
          <a:p>
            <a:pPr>
              <a:defRPr/>
            </a:pPr>
            <a:r>
              <a:rPr lang="en-IN"/>
              <a:t>X, y_true = make_blobs(n_samples=300, centers=4, cluster_std=1.0, random_state=42)</a:t>
            </a:r>
            <a:endParaRPr/>
          </a:p>
          <a:p>
            <a:pPr>
              <a:defRPr/>
            </a:pPr>
            <a:endParaRPr lang="en-IN"/>
          </a:p>
          <a:p>
            <a:pPr>
              <a:defRPr/>
            </a:pPr>
            <a:r>
              <a:rPr lang="en-IN"/>
              <a:t># Plot the dataset</a:t>
            </a:r>
            <a:endParaRPr/>
          </a:p>
          <a:p>
            <a:pPr>
              <a:defRPr/>
            </a:pPr>
            <a:r>
              <a:rPr lang="en-IN"/>
              <a:t>plt.figure(figsize=(8, 6))</a:t>
            </a:r>
            <a:endParaRPr/>
          </a:p>
          <a:p>
            <a:pPr>
              <a:defRPr/>
            </a:pPr>
            <a:r>
              <a:rPr lang="en-IN"/>
              <a:t>plt.scatter(X[:, 0], X[:, 1], s=50, alpha=0.7)</a:t>
            </a:r>
            <a:endParaRPr/>
          </a:p>
          <a:p>
            <a:pPr>
              <a:defRPr/>
            </a:pPr>
            <a:r>
              <a:rPr lang="en-IN"/>
              <a:t>plt.xlabel("Feature 1")</a:t>
            </a:r>
            <a:endParaRPr/>
          </a:p>
          <a:p>
            <a:pPr>
              <a:defRPr/>
            </a:pPr>
            <a:r>
              <a:rPr lang="en-IN"/>
              <a:t>plt.ylabel("Feature 2")</a:t>
            </a:r>
            <a:endParaRPr/>
          </a:p>
          <a:p>
            <a:pPr>
              <a:defRPr/>
            </a:pPr>
            <a:r>
              <a:rPr lang="en-IN"/>
              <a:t>plt.title("Generated Cluster Dataset")</a:t>
            </a:r>
            <a:endParaRPr/>
          </a:p>
          <a:p>
            <a:pPr>
              <a:defRPr/>
            </a:pPr>
            <a:r>
              <a:rPr lang="en-IN"/>
              <a:t>plt.show()</a:t>
            </a:r>
            <a:endParaRPr/>
          </a:p>
          <a:p>
            <a:pPr>
              <a:defRPr/>
            </a:pPr>
            <a:endParaRPr lang="en-IN"/>
          </a:p>
          <a:p>
            <a:pPr>
              <a:defRPr/>
            </a:pPr>
            <a:r>
              <a:rPr lang="en-IN"/>
              <a:t># Define K-Means with 4 clusters</a:t>
            </a:r>
            <a:endParaRPr/>
          </a:p>
          <a:p>
            <a:pPr>
              <a:defRPr/>
            </a:pPr>
            <a:r>
              <a:rPr lang="en-IN"/>
              <a:t>kmeans = KMeans(n_clusters=4, random_state=42, n_init=10)</a:t>
            </a:r>
            <a:endParaRPr/>
          </a:p>
          <a:p>
            <a:pPr>
              <a:defRPr/>
            </a:pPr>
            <a:r>
              <a:rPr lang="en-IN"/>
              <a:t># Train model</a:t>
            </a:r>
            <a:endParaRPr/>
          </a:p>
          <a:p>
            <a:pPr>
              <a:defRPr/>
            </a:pPr>
            <a:r>
              <a:rPr lang="en-IN"/>
              <a:t>kmeans.fit(X)</a:t>
            </a:r>
            <a:endParaRPr/>
          </a:p>
          <a:p>
            <a:pPr>
              <a:defRPr/>
            </a:pPr>
            <a:r>
              <a:rPr lang="en-IN"/>
              <a:t># Get cluster labels</a:t>
            </a:r>
            <a:endParaRPr/>
          </a:p>
          <a:p>
            <a:pPr>
              <a:defRPr/>
            </a:pPr>
            <a:r>
              <a:rPr lang="en-IN"/>
              <a:t>clusters = kmeans.labels_</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78064070" name="TextBox 1"/>
          <p:cNvSpPr txBox="1"/>
          <p:nvPr/>
        </p:nvSpPr>
        <p:spPr bwMode="auto">
          <a:xfrm>
            <a:off x="640080" y="731520"/>
            <a:ext cx="9525000" cy="4247317"/>
          </a:xfrm>
          <a:prstGeom prst="rect">
            <a:avLst/>
          </a:prstGeom>
          <a:noFill/>
        </p:spPr>
        <p:txBody>
          <a:bodyPr wrap="square" rtlCol="0">
            <a:spAutoFit/>
          </a:bodyPr>
          <a:lstStyle/>
          <a:p>
            <a:pPr>
              <a:defRPr/>
            </a:pPr>
            <a:r>
              <a:rPr lang="en-IN"/>
              <a:t>plt.figure(figsize=(8, 6))</a:t>
            </a:r>
            <a:endParaRPr/>
          </a:p>
          <a:p>
            <a:pPr>
              <a:defRPr/>
            </a:pPr>
            <a:endParaRPr lang="en-IN"/>
          </a:p>
          <a:p>
            <a:pPr>
              <a:defRPr/>
            </a:pPr>
            <a:r>
              <a:rPr lang="en-IN"/>
              <a:t># Plot the clustered data</a:t>
            </a:r>
            <a:endParaRPr/>
          </a:p>
          <a:p>
            <a:pPr>
              <a:defRPr/>
            </a:pPr>
            <a:r>
              <a:rPr lang="en-IN"/>
              <a:t>plt.scatter(X[:, 0], X[:, 1], c=clusters, cmap="viridis", s=50, alpha=0.7)</a:t>
            </a:r>
            <a:endParaRPr/>
          </a:p>
          <a:p>
            <a:pPr>
              <a:defRPr/>
            </a:pPr>
            <a:endParaRPr lang="en-IN"/>
          </a:p>
          <a:p>
            <a:pPr>
              <a:defRPr/>
            </a:pPr>
            <a:r>
              <a:rPr lang="en-IN"/>
              <a:t># Plot cluster centers</a:t>
            </a:r>
            <a:endParaRPr/>
          </a:p>
          <a:p>
            <a:pPr>
              <a:defRPr/>
            </a:pPr>
            <a:r>
              <a:rPr lang="en-IN"/>
              <a:t>centers = kmeans.cluster_centers_</a:t>
            </a:r>
            <a:endParaRPr/>
          </a:p>
          <a:p>
            <a:pPr>
              <a:defRPr/>
            </a:pPr>
            <a:r>
              <a:rPr lang="en-IN"/>
              <a:t>plt.scatter(centers[:, 0], centers[:, 1], c="red", marker="X", s=200, label="Centroids")</a:t>
            </a:r>
            <a:endParaRPr/>
          </a:p>
          <a:p>
            <a:pPr>
              <a:defRPr/>
            </a:pPr>
            <a:endParaRPr lang="en-IN"/>
          </a:p>
          <a:p>
            <a:pPr>
              <a:defRPr/>
            </a:pPr>
            <a:r>
              <a:rPr lang="en-IN"/>
              <a:t>plt.xlabel("Feature 1")</a:t>
            </a:r>
            <a:endParaRPr/>
          </a:p>
          <a:p>
            <a:pPr>
              <a:defRPr/>
            </a:pPr>
            <a:r>
              <a:rPr lang="en-IN"/>
              <a:t>plt.ylabel("Feature 2")</a:t>
            </a:r>
            <a:endParaRPr/>
          </a:p>
          <a:p>
            <a:pPr>
              <a:defRPr/>
            </a:pPr>
            <a:r>
              <a:rPr lang="en-IN"/>
              <a:t>plt.title("K-Means Clustering on Synthetic Data")</a:t>
            </a:r>
            <a:endParaRPr/>
          </a:p>
          <a:p>
            <a:pPr>
              <a:defRPr/>
            </a:pPr>
            <a:r>
              <a:rPr lang="en-IN"/>
              <a:t>plt.legend()</a:t>
            </a:r>
            <a:endParaRPr/>
          </a:p>
          <a:p>
            <a:pPr>
              <a:defRPr/>
            </a:pPr>
            <a:r>
              <a:rPr lang="en-IN"/>
              <a:t>plt.show()</a:t>
            </a:r>
            <a:endParaRPr/>
          </a:p>
          <a:p>
            <a:pPr>
              <a:defRPr/>
            </a:pPr>
            <a:endParaRPr lang="en-IN"/>
          </a:p>
        </p:txBody>
      </p:sp>
      <p:pic>
        <p:nvPicPr>
          <p:cNvPr id="1620257841" name="Picture 2"/>
          <p:cNvPicPr/>
          <p:nvPr/>
        </p:nvPicPr>
        <p:blipFill rotWithShape="1">
          <a:blip r:embed="rId3"/>
          <a:stretch/>
        </p:blipFill>
        <p:spPr bwMode="auto">
          <a:xfrm>
            <a:off x="11310815" y="128338"/>
            <a:ext cx="688680" cy="689040"/>
          </a:xfrm>
          <a:prstGeom prst="rect">
            <a:avLst/>
          </a:prstGeom>
          <a:ln w="0">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8374922" name="Title 1"/>
          <p:cNvSpPr>
            <a:spLocks noGrp="1"/>
          </p:cNvSpPr>
          <p:nvPr>
            <p:ph type="title"/>
          </p:nvPr>
        </p:nvSpPr>
        <p:spPr bwMode="auto">
          <a:xfrm>
            <a:off x="1021080" y="0"/>
            <a:ext cx="10332720" cy="689040"/>
          </a:xfrm>
        </p:spPr>
        <p:txBody>
          <a:bodyPr>
            <a:normAutofit fontScale="90000"/>
          </a:bodyPr>
          <a:lstStyle/>
          <a:p>
            <a:pPr algn="ctr">
              <a:defRPr/>
            </a:pPr>
            <a:r>
              <a:rPr lang="en-IN" b="1">
                <a:solidFill>
                  <a:srgbClr val="FF0000"/>
                </a:solidFill>
                <a:latin typeface="+mn-lt"/>
              </a:rPr>
              <a:t>DIMENSIONALITY REDUCTION</a:t>
            </a:r>
            <a:endParaRPr/>
          </a:p>
        </p:txBody>
      </p:sp>
      <p:sp>
        <p:nvSpPr>
          <p:cNvPr id="1329347976" name="TextBox 3"/>
          <p:cNvSpPr txBox="1"/>
          <p:nvPr/>
        </p:nvSpPr>
        <p:spPr bwMode="auto">
          <a:xfrm>
            <a:off x="594360" y="689040"/>
            <a:ext cx="11084294" cy="6063198"/>
          </a:xfrm>
          <a:prstGeom prst="rect">
            <a:avLst/>
          </a:prstGeom>
          <a:noFill/>
        </p:spPr>
        <p:txBody>
          <a:bodyPr wrap="square" rtlCol="0">
            <a:spAutoFit/>
          </a:bodyPr>
          <a:lstStyle/>
          <a:p>
            <a:pPr>
              <a:defRPr/>
            </a:pPr>
            <a:r>
              <a:rPr lang="en-IN" sz="2400" b="1">
                <a:solidFill>
                  <a:srgbClr val="FF0000"/>
                </a:solidFill>
                <a:latin typeface="+mn-lt"/>
              </a:rPr>
              <a:t>PRINCIPLE COMPONENT ANALYSIS</a:t>
            </a:r>
            <a:endParaRPr/>
          </a:p>
          <a:p>
            <a:pPr>
              <a:defRPr/>
            </a:pPr>
            <a:endParaRPr lang="en-IN" sz="2400"/>
          </a:p>
          <a:p>
            <a:pPr>
              <a:defRPr/>
            </a:pPr>
            <a:r>
              <a:rPr lang="en-IN" sz="2000"/>
              <a:t>Imagine you have a large table with lots of columns (features), but </a:t>
            </a:r>
            <a:r>
              <a:rPr lang="en-US" sz="2000"/>
              <a:t>you want to simplify the data while keeping the most important information. PCA helps by reducing the number of columns while still capturing the key patterns in the data.</a:t>
            </a:r>
            <a:endParaRPr/>
          </a:p>
          <a:p>
            <a:pPr>
              <a:defRPr/>
            </a:pPr>
            <a:endParaRPr lang="en-US" sz="2000"/>
          </a:p>
          <a:p>
            <a:pPr>
              <a:defRPr/>
            </a:pPr>
            <a:r>
              <a:rPr lang="en-US" sz="2000" b="1"/>
              <a:t>Working</a:t>
            </a:r>
            <a:endParaRPr/>
          </a:p>
          <a:p>
            <a:pPr marL="342900" indent="-342900">
              <a:buFont typeface="Arial"/>
              <a:buChar char="•"/>
              <a:defRPr/>
            </a:pPr>
            <a:r>
              <a:rPr lang="en-IN" sz="2000" b="1"/>
              <a:t>Start with data </a:t>
            </a:r>
            <a:r>
              <a:rPr lang="en-IN" sz="2000"/>
              <a:t>- </a:t>
            </a:r>
            <a:r>
              <a:rPr lang="en-US" sz="2000"/>
              <a:t>You have a dataset with many features (e.g., height, weight, age, income, etc.).</a:t>
            </a:r>
            <a:endParaRPr lang="en-IN" sz="2000"/>
          </a:p>
          <a:p>
            <a:pPr marL="342900" indent="-342900">
              <a:buFont typeface="Arial"/>
              <a:buChar char="•"/>
              <a:defRPr/>
            </a:pPr>
            <a:r>
              <a:rPr lang="en-IN" sz="2000" b="1"/>
              <a:t>Standardization </a:t>
            </a:r>
            <a:r>
              <a:rPr lang="en-IN" sz="2000"/>
              <a:t>- </a:t>
            </a:r>
            <a:r>
              <a:rPr lang="en-US" sz="2000"/>
              <a:t>Since features may have different scales (e.g., weight in kg vs. income in dollars), PCA first standardizes them to have the same scale.</a:t>
            </a:r>
            <a:endParaRPr lang="en-IN" sz="2000"/>
          </a:p>
          <a:p>
            <a:pPr marL="342900" indent="-342900">
              <a:buFont typeface="Arial"/>
              <a:buChar char="•"/>
              <a:defRPr/>
            </a:pPr>
            <a:r>
              <a:rPr lang="en-IN" sz="2000" b="1"/>
              <a:t>Find New Axes </a:t>
            </a:r>
            <a:r>
              <a:rPr lang="en-IN" sz="2000"/>
              <a:t>- </a:t>
            </a:r>
            <a:r>
              <a:rPr lang="en-US" sz="2000"/>
              <a:t>PCA looks for new directions (called principal components) that best capture the variation in the data. These are like new "super features" that combine information from multiple original features.</a:t>
            </a:r>
            <a:endParaRPr lang="en-IN" sz="2000"/>
          </a:p>
          <a:p>
            <a:pPr marL="342900" indent="-342900">
              <a:buFont typeface="Arial"/>
              <a:buChar char="•"/>
              <a:defRPr/>
            </a:pPr>
            <a:r>
              <a:rPr lang="en-IN" sz="2000" b="1"/>
              <a:t>Rank the Components </a:t>
            </a:r>
            <a:r>
              <a:rPr lang="en-IN" sz="2000"/>
              <a:t>- </a:t>
            </a:r>
            <a:r>
              <a:rPr lang="en-US" sz="2000"/>
              <a:t>It ranks these new features based on how much information (variance) they capture.</a:t>
            </a:r>
            <a:endParaRPr lang="en-IN" sz="2000"/>
          </a:p>
          <a:p>
            <a:pPr marL="342900" indent="-342900">
              <a:buFont typeface="Arial"/>
              <a:buChar char="•"/>
              <a:defRPr/>
            </a:pPr>
            <a:r>
              <a:rPr lang="en-IN" sz="2000" b="1"/>
              <a:t>Select Top Components </a:t>
            </a:r>
            <a:r>
              <a:rPr lang="en-IN" sz="2000"/>
              <a:t>- </a:t>
            </a:r>
            <a:r>
              <a:rPr lang="en-US" sz="2000"/>
              <a:t>Instead of keeping all original features, you pick the top few principal components that explain most of the data’s variation.</a:t>
            </a:r>
            <a:endParaRPr/>
          </a:p>
          <a:p>
            <a:pPr marL="342900" indent="-342900">
              <a:buFont typeface="Arial"/>
              <a:buChar char="•"/>
              <a:defRPr/>
            </a:pPr>
            <a:r>
              <a:rPr lang="en-US" sz="2000" b="1"/>
              <a:t>Transform the Data </a:t>
            </a:r>
            <a:r>
              <a:rPr lang="en-US" sz="2000"/>
              <a:t>- The data is now represented in terms of these fewer components, making it simpler and easier to analyze.</a:t>
            </a:r>
            <a:endParaRPr lang="en-IN" sz="2000" b="1"/>
          </a:p>
        </p:txBody>
      </p:sp>
      <p:pic>
        <p:nvPicPr>
          <p:cNvPr id="461479823" name="Picture 4"/>
          <p:cNvPicPr/>
          <p:nvPr/>
        </p:nvPicPr>
        <p:blipFill rotWithShape="1">
          <a:blip r:embed="rId3"/>
          <a:stretch/>
        </p:blipFill>
        <p:spPr bwMode="auto">
          <a:xfrm>
            <a:off x="11503320" y="0"/>
            <a:ext cx="688680" cy="689040"/>
          </a:xfrm>
          <a:prstGeom prst="rect">
            <a:avLst/>
          </a:prstGeom>
          <a:ln w="0">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382087" name="TextBox 3"/>
          <p:cNvSpPr txBox="1"/>
          <p:nvPr/>
        </p:nvSpPr>
        <p:spPr bwMode="auto">
          <a:xfrm>
            <a:off x="288758" y="0"/>
            <a:ext cx="11149263" cy="5632311"/>
          </a:xfrm>
          <a:prstGeom prst="rect">
            <a:avLst/>
          </a:prstGeom>
          <a:noFill/>
        </p:spPr>
        <p:txBody>
          <a:bodyPr wrap="square" rtlCol="0">
            <a:spAutoFit/>
          </a:bodyPr>
          <a:lstStyle/>
          <a:p>
            <a:pPr>
              <a:defRPr/>
            </a:pPr>
            <a:r>
              <a:rPr lang="en-IN" b="1"/>
              <a:t>Example</a:t>
            </a:r>
            <a:endParaRPr/>
          </a:p>
          <a:p>
            <a:pPr>
              <a:defRPr/>
            </a:pPr>
            <a:endParaRPr lang="en-IN" b="1"/>
          </a:p>
          <a:p>
            <a:pPr>
              <a:defRPr/>
            </a:pPr>
            <a:r>
              <a:rPr lang="en-IN"/>
              <a:t>import numpy as np</a:t>
            </a:r>
            <a:endParaRPr/>
          </a:p>
          <a:p>
            <a:pPr>
              <a:defRPr/>
            </a:pPr>
            <a:r>
              <a:rPr lang="en-IN"/>
              <a:t>import matplotlib.pyplot as plt</a:t>
            </a:r>
            <a:endParaRPr/>
          </a:p>
          <a:p>
            <a:pPr>
              <a:defRPr/>
            </a:pPr>
            <a:r>
              <a:rPr lang="en-IN"/>
              <a:t>import seaborn as sns</a:t>
            </a:r>
            <a:endParaRPr/>
          </a:p>
          <a:p>
            <a:pPr>
              <a:defRPr/>
            </a:pPr>
            <a:r>
              <a:rPr lang="en-IN"/>
              <a:t>from sklearn.datasets import make_blobs</a:t>
            </a:r>
          </a:p>
          <a:p>
            <a:pPr>
              <a:defRPr/>
            </a:pPr>
            <a:r>
              <a:rPr lang="en-IN"/>
              <a:t>from sklearn.decomposition import PCA</a:t>
            </a:r>
            <a:endParaRPr/>
          </a:p>
          <a:p>
            <a:pPr>
              <a:defRPr/>
            </a:pPr>
            <a:endParaRPr lang="en-IN"/>
          </a:p>
          <a:p>
            <a:pPr>
              <a:defRPr/>
            </a:pPr>
            <a:r>
              <a:rPr lang="en-IN"/>
              <a:t># Generate synthetic dataset with 6 features and 4 clusters</a:t>
            </a:r>
            <a:endParaRPr/>
          </a:p>
          <a:p>
            <a:pPr>
              <a:defRPr/>
            </a:pPr>
            <a:r>
              <a:rPr lang="en-IN"/>
              <a:t>X, y = make_blobs(n_samples=300, centers=4, n_features=6, random_state=42)</a:t>
            </a:r>
            <a:endParaRPr/>
          </a:p>
          <a:p>
            <a:pPr>
              <a:defRPr/>
            </a:pPr>
            <a:endParaRPr lang="en-IN"/>
          </a:p>
          <a:p>
            <a:pPr>
              <a:defRPr/>
            </a:pPr>
            <a:r>
              <a:rPr lang="en-IN"/>
              <a:t># Print dataset shape</a:t>
            </a:r>
            <a:endParaRPr/>
          </a:p>
          <a:p>
            <a:pPr>
              <a:defRPr/>
            </a:pPr>
            <a:r>
              <a:rPr lang="en-IN"/>
              <a:t>print(f"Original dataset shape: {X.shape}")  # (300 samples, 6 features)</a:t>
            </a:r>
            <a:endParaRPr/>
          </a:p>
          <a:p>
            <a:pPr>
              <a:defRPr/>
            </a:pPr>
            <a:endParaRPr lang="en-IN"/>
          </a:p>
          <a:p>
            <a:pPr>
              <a:defRPr/>
            </a:pPr>
            <a:r>
              <a:rPr lang="en-IN"/>
              <a:t># Reduce dimensions from 6 to 2</a:t>
            </a:r>
            <a:endParaRPr/>
          </a:p>
          <a:p>
            <a:pPr>
              <a:defRPr/>
            </a:pPr>
            <a:r>
              <a:rPr lang="en-IN"/>
              <a:t>pca = PCA(n_components=2)</a:t>
            </a:r>
            <a:endParaRPr/>
          </a:p>
          <a:p>
            <a:pPr>
              <a:defRPr/>
            </a:pPr>
            <a:r>
              <a:rPr lang="en-IN"/>
              <a:t>X_pca = pca.fit_transform(X)</a:t>
            </a:r>
            <a:endParaRPr/>
          </a:p>
          <a:p>
            <a:pPr>
              <a:defRPr/>
            </a:pPr>
            <a:endParaRPr lang="en-IN"/>
          </a:p>
          <a:p>
            <a:pPr>
              <a:defRPr/>
            </a:pPr>
            <a:r>
              <a:rPr lang="en-IN"/>
              <a:t># Print transformed dataset shape</a:t>
            </a:r>
            <a:endParaRPr/>
          </a:p>
          <a:p>
            <a:pPr>
              <a:defRPr/>
            </a:pPr>
            <a:r>
              <a:rPr lang="en-IN"/>
              <a:t>print(f"Transformed dataset shape: {X_pca.shape}")  # (300 samples, 2 features)</a:t>
            </a:r>
            <a:endParaRPr/>
          </a:p>
        </p:txBody>
      </p:sp>
      <p:pic>
        <p:nvPicPr>
          <p:cNvPr id="1235281783" name="Picture 4"/>
          <p:cNvPicPr/>
          <p:nvPr/>
        </p:nvPicPr>
        <p:blipFill rotWithShape="1">
          <a:blip r:embed="rId3"/>
          <a:stretch/>
        </p:blipFill>
        <p:spPr bwMode="auto">
          <a:xfrm>
            <a:off x="11503320" y="0"/>
            <a:ext cx="688680" cy="689040"/>
          </a:xfrm>
          <a:prstGeom prst="rect">
            <a:avLst/>
          </a:prstGeom>
          <a:ln w="0">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163271497" name="Picture 3"/>
          <p:cNvPicPr/>
          <p:nvPr/>
        </p:nvPicPr>
        <p:blipFill rotWithShape="1">
          <a:blip r:embed="rId3"/>
          <a:stretch/>
        </p:blipFill>
        <p:spPr bwMode="auto">
          <a:xfrm>
            <a:off x="11503320" y="0"/>
            <a:ext cx="688680" cy="689040"/>
          </a:xfrm>
          <a:prstGeom prst="rect">
            <a:avLst/>
          </a:prstGeom>
          <a:ln w="0">
            <a:noFill/>
          </a:ln>
        </p:spPr>
      </p:pic>
      <p:sp>
        <p:nvSpPr>
          <p:cNvPr id="987729329" name="TextBox 4"/>
          <p:cNvSpPr txBox="1"/>
          <p:nvPr/>
        </p:nvSpPr>
        <p:spPr bwMode="auto">
          <a:xfrm>
            <a:off x="807720" y="792480"/>
            <a:ext cx="9753600" cy="5355312"/>
          </a:xfrm>
          <a:prstGeom prst="rect">
            <a:avLst/>
          </a:prstGeom>
          <a:noFill/>
        </p:spPr>
        <p:txBody>
          <a:bodyPr wrap="square" rtlCol="0">
            <a:spAutoFit/>
          </a:bodyPr>
          <a:lstStyle/>
          <a:p>
            <a:pPr>
              <a:defRPr/>
            </a:pPr>
            <a:r>
              <a:rPr lang="en-IN"/>
              <a:t># Scatter plot of PCA-transformed data</a:t>
            </a:r>
            <a:endParaRPr/>
          </a:p>
          <a:p>
            <a:pPr>
              <a:defRPr/>
            </a:pPr>
            <a:r>
              <a:rPr lang="en-IN"/>
              <a:t>plt.figure(figsize=(8, 6))</a:t>
            </a:r>
            <a:endParaRPr/>
          </a:p>
          <a:p>
            <a:pPr>
              <a:defRPr/>
            </a:pPr>
            <a:r>
              <a:rPr lang="en-IN"/>
              <a:t>sns.scatterplot(x=X_pca[:, 0], y=X_pca[:, 1], hue=y, palette="coolwarm", alpha=0.7)</a:t>
            </a:r>
            <a:endParaRPr/>
          </a:p>
          <a:p>
            <a:pPr>
              <a:defRPr/>
            </a:pPr>
            <a:r>
              <a:rPr lang="en-IN"/>
              <a:t>plt.title("PCA on Unsupervised Dataset")</a:t>
            </a:r>
            <a:endParaRPr/>
          </a:p>
          <a:p>
            <a:pPr>
              <a:defRPr/>
            </a:pPr>
            <a:r>
              <a:rPr lang="en-IN"/>
              <a:t>plt.xlabel("Principal Component 1")</a:t>
            </a:r>
            <a:endParaRPr/>
          </a:p>
          <a:p>
            <a:pPr>
              <a:defRPr/>
            </a:pPr>
            <a:r>
              <a:rPr lang="en-IN"/>
              <a:t>plt.ylabel("Principal Component 2")</a:t>
            </a:r>
            <a:endParaRPr/>
          </a:p>
          <a:p>
            <a:pPr>
              <a:defRPr/>
            </a:pPr>
            <a:r>
              <a:rPr lang="en-IN"/>
              <a:t>plt.show()</a:t>
            </a:r>
            <a:endParaRPr/>
          </a:p>
          <a:p>
            <a:pPr>
              <a:defRPr/>
            </a:pPr>
            <a:endParaRPr lang="en-IN"/>
          </a:p>
          <a:p>
            <a:pPr>
              <a:defRPr/>
            </a:pPr>
            <a:r>
              <a:rPr lang="en-IN"/>
              <a:t># Print explained variance ratio</a:t>
            </a:r>
            <a:endParaRPr/>
          </a:p>
          <a:p>
            <a:pPr>
              <a:defRPr/>
            </a:pPr>
            <a:r>
              <a:rPr lang="en-IN"/>
              <a:t>explained_variance = pca.explained_variance_ratio_</a:t>
            </a:r>
            <a:endParaRPr/>
          </a:p>
          <a:p>
            <a:pPr>
              <a:defRPr/>
            </a:pPr>
            <a:r>
              <a:rPr lang="en-IN"/>
              <a:t>print(f"Explained Variance: {explained_variance * 100}")</a:t>
            </a:r>
            <a:endParaRPr/>
          </a:p>
          <a:p>
            <a:pPr>
              <a:defRPr/>
            </a:pPr>
            <a:endParaRPr lang="en-IN"/>
          </a:p>
          <a:p>
            <a:pPr>
              <a:defRPr/>
            </a:pPr>
            <a:r>
              <a:rPr lang="en-IN"/>
              <a:t># Plot explained variance</a:t>
            </a:r>
            <a:endParaRPr/>
          </a:p>
          <a:p>
            <a:pPr>
              <a:defRPr/>
            </a:pPr>
            <a:r>
              <a:rPr lang="en-IN"/>
              <a:t>plt.figure(figsize=(8, 5))</a:t>
            </a:r>
            <a:endParaRPr/>
          </a:p>
          <a:p>
            <a:pPr>
              <a:defRPr/>
            </a:pPr>
            <a:r>
              <a:rPr lang="en-IN"/>
              <a:t>plt.bar(range(1, len(explained_variance) + 1), explained_variance * 100, alpha=0.7, color="blue")</a:t>
            </a:r>
            <a:endParaRPr/>
          </a:p>
          <a:p>
            <a:pPr>
              <a:defRPr/>
            </a:pPr>
            <a:r>
              <a:rPr lang="en-IN"/>
              <a:t>plt.xlabel("Principal Components")</a:t>
            </a:r>
            <a:endParaRPr/>
          </a:p>
          <a:p>
            <a:pPr>
              <a:defRPr/>
            </a:pPr>
            <a:r>
              <a:rPr lang="en-IN"/>
              <a:t>plt.ylabel("Explained Variance (%)")</a:t>
            </a:r>
            <a:endParaRPr/>
          </a:p>
          <a:p>
            <a:pPr>
              <a:defRPr/>
            </a:pPr>
            <a:r>
              <a:rPr lang="en-IN"/>
              <a:t>plt.title("Explained Variance by PCA Components")</a:t>
            </a:r>
            <a:endParaRPr/>
          </a:p>
          <a:p>
            <a:pPr>
              <a:defRPr/>
            </a:pPr>
            <a:r>
              <a:rPr lang="en-IN"/>
              <a:t>plt.show()</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339595688" name="Picture 1"/>
          <p:cNvPicPr/>
          <p:nvPr/>
        </p:nvPicPr>
        <p:blipFill rotWithShape="1">
          <a:blip r:embed="rId3"/>
          <a:stretch/>
        </p:blipFill>
        <p:spPr bwMode="auto">
          <a:xfrm>
            <a:off x="11503320" y="0"/>
            <a:ext cx="688680" cy="689040"/>
          </a:xfrm>
          <a:prstGeom prst="rect">
            <a:avLst/>
          </a:prstGeom>
          <a:ln w="0">
            <a:noFill/>
          </a:ln>
        </p:spPr>
      </p:pic>
      <p:sp>
        <p:nvSpPr>
          <p:cNvPr id="281981308" name="TextBox 3"/>
          <p:cNvSpPr txBox="1"/>
          <p:nvPr/>
        </p:nvSpPr>
        <p:spPr bwMode="auto">
          <a:xfrm>
            <a:off x="609600" y="411480"/>
            <a:ext cx="11033760" cy="5078312"/>
          </a:xfrm>
          <a:prstGeom prst="rect">
            <a:avLst/>
          </a:prstGeom>
          <a:noFill/>
        </p:spPr>
        <p:txBody>
          <a:bodyPr wrap="square" rtlCol="0">
            <a:spAutoFit/>
          </a:bodyPr>
          <a:lstStyle/>
          <a:p>
            <a:pPr>
              <a:defRPr/>
            </a:pPr>
            <a:r>
              <a:rPr lang="en-IN" sz="2400" b="1">
                <a:solidFill>
                  <a:srgbClr val="FF0000"/>
                </a:solidFill>
              </a:rPr>
              <a:t>INDEPENDENT COMPONENT ANALYSIS (ICA)</a:t>
            </a:r>
            <a:endParaRPr/>
          </a:p>
          <a:p>
            <a:pPr>
              <a:defRPr/>
            </a:pPr>
            <a:endParaRPr lang="en-IN" sz="2000"/>
          </a:p>
          <a:p>
            <a:pPr marL="342900" indent="-342900">
              <a:buFont typeface="Arial"/>
              <a:buChar char="•"/>
              <a:defRPr/>
            </a:pPr>
            <a:r>
              <a:rPr lang="en-IN" sz="2000"/>
              <a:t>Independent Component Analysis is a </a:t>
            </a:r>
            <a:r>
              <a:rPr lang="en-US" sz="2000" b="0" i="0">
                <a:solidFill>
                  <a:srgbClr val="273239"/>
                </a:solidFill>
              </a:rPr>
              <a:t>technique used to separate mixed signals into their independent sources. </a:t>
            </a:r>
            <a:endParaRPr/>
          </a:p>
          <a:p>
            <a:pPr marL="342900" indent="-342900">
              <a:buFont typeface="Arial"/>
              <a:buChar char="•"/>
              <a:defRPr/>
            </a:pPr>
            <a:r>
              <a:rPr lang="en-US" sz="2000" b="0" i="0">
                <a:solidFill>
                  <a:srgbClr val="273239"/>
                </a:solidFill>
              </a:rPr>
              <a:t>The application of ICA ranges from audio and image processing to biomedical signal analysis. The article discusses about the fundamentals of ICA.</a:t>
            </a:r>
            <a:endParaRPr/>
          </a:p>
          <a:p>
            <a:pPr marL="342900" indent="-342900">
              <a:buFont typeface="Arial"/>
              <a:buChar char="•"/>
              <a:defRPr/>
            </a:pPr>
            <a:endParaRPr lang="en-US" sz="2000">
              <a:solidFill>
                <a:srgbClr val="273239"/>
              </a:solidFill>
            </a:endParaRPr>
          </a:p>
          <a:p>
            <a:pPr>
              <a:defRPr/>
            </a:pPr>
            <a:r>
              <a:rPr lang="en-US" sz="2000" b="1">
                <a:solidFill>
                  <a:srgbClr val="273239"/>
                </a:solidFill>
              </a:rPr>
              <a:t>Working</a:t>
            </a:r>
            <a:endParaRPr/>
          </a:p>
          <a:p>
            <a:pPr marL="342900" indent="-342900">
              <a:buFont typeface="Arial"/>
              <a:buChar char="•"/>
              <a:defRPr/>
            </a:pPr>
            <a:r>
              <a:rPr lang="en-IN" sz="2000" b="1"/>
              <a:t>Data Collection </a:t>
            </a:r>
            <a:r>
              <a:rPr lang="en-IN" sz="2000"/>
              <a:t>– You collect the mixed signals. For example, the sound recordings from multiple microphones.</a:t>
            </a:r>
            <a:endParaRPr/>
          </a:p>
          <a:p>
            <a:pPr marL="342900" indent="-342900">
              <a:buFont typeface="Arial"/>
              <a:buChar char="•"/>
              <a:defRPr/>
            </a:pPr>
            <a:r>
              <a:rPr lang="en-IN" sz="2000" b="1"/>
              <a:t>Assumption of Independence </a:t>
            </a:r>
            <a:r>
              <a:rPr lang="en-IN" sz="2000"/>
              <a:t>– ICA assumes that the underlying sources (like the songs) are independent of each other.</a:t>
            </a:r>
            <a:endParaRPr/>
          </a:p>
          <a:p>
            <a:pPr marL="342900" indent="-342900">
              <a:buFont typeface="Arial"/>
              <a:buChar char="•"/>
              <a:defRPr/>
            </a:pPr>
            <a:r>
              <a:rPr lang="en-IN" sz="2000" b="1"/>
              <a:t>Transformation </a:t>
            </a:r>
            <a:r>
              <a:rPr lang="en-IN" sz="2000"/>
              <a:t>– It finds a transformation matrix that separates the mixed signals into their independent components (the original signals).</a:t>
            </a:r>
            <a:endParaRPr/>
          </a:p>
          <a:p>
            <a:pPr marL="342900" indent="-342900">
              <a:buFont typeface="Arial"/>
              <a:buChar char="•"/>
              <a:defRPr/>
            </a:pPr>
            <a:r>
              <a:rPr lang="en-IN" sz="2000" b="1"/>
              <a:t>Output </a:t>
            </a:r>
            <a:r>
              <a:rPr lang="en-IN" sz="2000"/>
              <a:t>– The algorithm outputs the independent components. These are the sources that caused the mixture (e.g. the songs).</a:t>
            </a:r>
            <a:endParaRPr lang="en-IN" sz="2000" b="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06167170" name="Picture 1"/>
          <p:cNvPicPr/>
          <p:nvPr/>
        </p:nvPicPr>
        <p:blipFill rotWithShape="1">
          <a:blip r:embed="rId3"/>
          <a:stretch/>
        </p:blipFill>
        <p:spPr bwMode="auto">
          <a:xfrm>
            <a:off x="11503320" y="0"/>
            <a:ext cx="688680" cy="689040"/>
          </a:xfrm>
          <a:prstGeom prst="rect">
            <a:avLst/>
          </a:prstGeom>
          <a:ln w="0">
            <a:noFill/>
          </a:ln>
        </p:spPr>
      </p:pic>
      <p:sp>
        <p:nvSpPr>
          <p:cNvPr id="440243426" name="TextBox 2"/>
          <p:cNvSpPr txBox="1"/>
          <p:nvPr/>
        </p:nvSpPr>
        <p:spPr bwMode="auto">
          <a:xfrm>
            <a:off x="274320" y="167640"/>
            <a:ext cx="11573340" cy="6186309"/>
          </a:xfrm>
          <a:prstGeom prst="rect">
            <a:avLst/>
          </a:prstGeom>
          <a:noFill/>
        </p:spPr>
        <p:txBody>
          <a:bodyPr wrap="square" rtlCol="0">
            <a:spAutoFit/>
          </a:bodyPr>
          <a:lstStyle/>
          <a:p>
            <a:pPr>
              <a:defRPr/>
            </a:pPr>
            <a:r>
              <a:rPr lang="en-IN" b="1"/>
              <a:t>Example</a:t>
            </a:r>
            <a:endParaRPr/>
          </a:p>
          <a:p>
            <a:pPr>
              <a:defRPr/>
            </a:pPr>
            <a:endParaRPr lang="en-IN"/>
          </a:p>
          <a:p>
            <a:pPr>
              <a:defRPr/>
            </a:pPr>
            <a:r>
              <a:rPr lang="en-IN"/>
              <a:t>import numpy as np</a:t>
            </a:r>
            <a:endParaRPr/>
          </a:p>
          <a:p>
            <a:pPr>
              <a:defRPr/>
            </a:pPr>
            <a:r>
              <a:rPr lang="en-IN"/>
              <a:t>import matplotlib.pyplot as plt</a:t>
            </a:r>
            <a:endParaRPr/>
          </a:p>
          <a:p>
            <a:pPr>
              <a:defRPr/>
            </a:pPr>
            <a:r>
              <a:rPr lang="en-IN"/>
              <a:t>from sklearn.decomposition import FastICA</a:t>
            </a:r>
          </a:p>
          <a:p>
            <a:pPr>
              <a:defRPr/>
            </a:pPr>
            <a:r>
              <a:rPr lang="en-IN"/>
              <a:t>from sklearn.datasets import make_blobs</a:t>
            </a:r>
          </a:p>
          <a:p>
            <a:pPr>
              <a:defRPr/>
            </a:pPr>
            <a:endParaRPr lang="en-IN"/>
          </a:p>
          <a:p>
            <a:pPr>
              <a:defRPr/>
            </a:pPr>
            <a:r>
              <a:rPr lang="en-IN"/>
              <a:t># Step 1: Generate two independent sources (clusters)</a:t>
            </a:r>
            <a:endParaRPr/>
          </a:p>
          <a:p>
            <a:pPr>
              <a:defRPr/>
            </a:pPr>
            <a:r>
              <a:rPr lang="en-IN"/>
              <a:t>n_samples = 2000</a:t>
            </a:r>
            <a:endParaRPr/>
          </a:p>
          <a:p>
            <a:pPr>
              <a:defRPr/>
            </a:pPr>
            <a:r>
              <a:rPr lang="en-IN"/>
              <a:t>X, _ = make_blobs(n_samples=n_samples, centers=2, random_state=42)</a:t>
            </a:r>
            <a:endParaRPr/>
          </a:p>
          <a:p>
            <a:pPr>
              <a:defRPr/>
            </a:pPr>
            <a:endParaRPr lang="en-IN"/>
          </a:p>
          <a:p>
            <a:pPr>
              <a:defRPr/>
            </a:pPr>
            <a:r>
              <a:rPr lang="en-IN"/>
              <a:t># Step 2: Create a random mixing matrix</a:t>
            </a:r>
            <a:endParaRPr/>
          </a:p>
          <a:p>
            <a:pPr>
              <a:defRPr/>
            </a:pPr>
            <a:r>
              <a:rPr lang="en-IN"/>
              <a:t>A = np.array([[1, 1], [0.5, 2]])  # Mixing matrix</a:t>
            </a:r>
            <a:endParaRPr/>
          </a:p>
          <a:p>
            <a:pPr>
              <a:defRPr/>
            </a:pPr>
            <a:endParaRPr lang="en-IN"/>
          </a:p>
          <a:p>
            <a:pPr>
              <a:defRPr/>
            </a:pPr>
            <a:r>
              <a:rPr lang="en-IN"/>
              <a:t># Step 3: Mix the signals (create the mixed data)</a:t>
            </a:r>
            <a:endParaRPr/>
          </a:p>
          <a:p>
            <a:pPr>
              <a:defRPr/>
            </a:pPr>
            <a:r>
              <a:rPr lang="en-IN"/>
              <a:t>X_mixed = np.dot(X, A.T)  # Mix the sources</a:t>
            </a:r>
            <a:endParaRPr/>
          </a:p>
          <a:p>
            <a:pPr>
              <a:defRPr/>
            </a:pPr>
            <a:endParaRPr lang="en-IN"/>
          </a:p>
          <a:p>
            <a:pPr>
              <a:defRPr/>
            </a:pPr>
            <a:r>
              <a:rPr lang="en-IN"/>
              <a:t># Step 4: Apply ICA to recover the original sources</a:t>
            </a:r>
            <a:endParaRPr/>
          </a:p>
          <a:p>
            <a:pPr>
              <a:defRPr/>
            </a:pPr>
            <a:r>
              <a:rPr lang="en-IN"/>
              <a:t>ica = FastICA(n_components=2)</a:t>
            </a:r>
            <a:endParaRPr/>
          </a:p>
          <a:p>
            <a:pPr>
              <a:defRPr/>
            </a:pPr>
            <a:r>
              <a:rPr lang="en-IN"/>
              <a:t>X_ica = ica.fit_transform(X_mixed)  # Recover the sources</a:t>
            </a:r>
            <a:endParaRPr/>
          </a:p>
          <a:p>
            <a:pPr>
              <a:defRPr/>
            </a:pPr>
            <a:endParaRPr lang="en-IN"/>
          </a:p>
          <a:p>
            <a:pPr>
              <a:defRPr/>
            </a:pPr>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55664597" name="Picture 1"/>
          <p:cNvPicPr/>
          <p:nvPr/>
        </p:nvPicPr>
        <p:blipFill rotWithShape="1">
          <a:blip r:embed="rId3"/>
          <a:stretch/>
        </p:blipFill>
        <p:spPr bwMode="auto">
          <a:xfrm>
            <a:off x="11503320" y="0"/>
            <a:ext cx="688680" cy="689040"/>
          </a:xfrm>
          <a:prstGeom prst="rect">
            <a:avLst/>
          </a:prstGeom>
          <a:ln w="0">
            <a:noFill/>
          </a:ln>
        </p:spPr>
      </p:pic>
      <p:sp>
        <p:nvSpPr>
          <p:cNvPr id="1677855125" name="TextBox 4"/>
          <p:cNvSpPr txBox="1"/>
          <p:nvPr/>
        </p:nvSpPr>
        <p:spPr bwMode="auto">
          <a:xfrm>
            <a:off x="441960" y="167640"/>
            <a:ext cx="10408920" cy="6186309"/>
          </a:xfrm>
          <a:prstGeom prst="rect">
            <a:avLst/>
          </a:prstGeom>
          <a:noFill/>
        </p:spPr>
        <p:txBody>
          <a:bodyPr wrap="square">
            <a:spAutoFit/>
          </a:bodyPr>
          <a:lstStyle/>
          <a:p>
            <a:pPr>
              <a:defRPr/>
            </a:pPr>
            <a:r>
              <a:rPr lang="en-IN"/>
              <a:t># Step 5: Plot the results</a:t>
            </a:r>
            <a:endParaRPr/>
          </a:p>
          <a:p>
            <a:pPr>
              <a:defRPr/>
            </a:pPr>
            <a:r>
              <a:rPr lang="en-IN"/>
              <a:t>plt.figure(figsize=(8, 6))</a:t>
            </a:r>
            <a:endParaRPr/>
          </a:p>
          <a:p>
            <a:pPr>
              <a:defRPr/>
            </a:pPr>
            <a:r>
              <a:rPr lang="en-IN"/>
              <a:t># Plot the mixed signals (observed data)</a:t>
            </a:r>
            <a:endParaRPr/>
          </a:p>
          <a:p>
            <a:pPr>
              <a:defRPr/>
            </a:pPr>
            <a:r>
              <a:rPr lang="en-IN"/>
              <a:t>plt.subplot(3, 1, 1)</a:t>
            </a:r>
            <a:endParaRPr/>
          </a:p>
          <a:p>
            <a:pPr>
              <a:defRPr/>
            </a:pPr>
            <a:r>
              <a:rPr lang="en-IN"/>
              <a:t>plt.title('Mixed Signals')</a:t>
            </a:r>
            <a:endParaRPr/>
          </a:p>
          <a:p>
            <a:pPr>
              <a:defRPr/>
            </a:pPr>
            <a:r>
              <a:rPr lang="en-IN"/>
              <a:t>plt.plot(X_mixed[:100])  # Show first 100 samples</a:t>
            </a:r>
            <a:endParaRPr/>
          </a:p>
          <a:p>
            <a:pPr>
              <a:defRPr/>
            </a:pPr>
            <a:r>
              <a:rPr lang="en-IN"/>
              <a:t>plt.xlabel('Samples')</a:t>
            </a:r>
            <a:endParaRPr/>
          </a:p>
          <a:p>
            <a:pPr>
              <a:defRPr/>
            </a:pPr>
            <a:r>
              <a:rPr lang="en-IN"/>
              <a:t>plt.ylabel('Mixed Signals')</a:t>
            </a:r>
            <a:endParaRPr/>
          </a:p>
          <a:p>
            <a:pPr>
              <a:defRPr/>
            </a:pPr>
            <a:r>
              <a:rPr lang="en-IN"/>
              <a:t># Plot the recovered signals (after ICA)</a:t>
            </a:r>
            <a:endParaRPr/>
          </a:p>
          <a:p>
            <a:pPr>
              <a:defRPr/>
            </a:pPr>
            <a:r>
              <a:rPr lang="en-IN"/>
              <a:t>plt.subplot(3, 1, 2)</a:t>
            </a:r>
            <a:endParaRPr/>
          </a:p>
          <a:p>
            <a:pPr>
              <a:defRPr/>
            </a:pPr>
            <a:r>
              <a:rPr lang="en-IN"/>
              <a:t>plt.title('Recovered Sources by ICA')</a:t>
            </a:r>
            <a:endParaRPr/>
          </a:p>
          <a:p>
            <a:pPr>
              <a:defRPr/>
            </a:pPr>
            <a:r>
              <a:rPr lang="en-IN"/>
              <a:t>plt.plot(X_ica[:100])  # Show first 100 samples</a:t>
            </a:r>
            <a:endParaRPr/>
          </a:p>
          <a:p>
            <a:pPr>
              <a:defRPr/>
            </a:pPr>
            <a:r>
              <a:rPr lang="en-IN"/>
              <a:t>plt.xlabel('Samples')</a:t>
            </a:r>
            <a:endParaRPr/>
          </a:p>
          <a:p>
            <a:pPr>
              <a:defRPr/>
            </a:pPr>
            <a:r>
              <a:rPr lang="en-IN"/>
              <a:t>plt.ylabel('Independent Components')</a:t>
            </a:r>
            <a:endParaRPr/>
          </a:p>
          <a:p>
            <a:pPr>
              <a:defRPr/>
            </a:pPr>
            <a:r>
              <a:rPr lang="en-IN"/>
              <a:t># Plot the original sources (true components)</a:t>
            </a:r>
            <a:endParaRPr/>
          </a:p>
          <a:p>
            <a:pPr>
              <a:defRPr/>
            </a:pPr>
            <a:r>
              <a:rPr lang="en-IN"/>
              <a:t>plt.subplot(3, 1, 3)</a:t>
            </a:r>
            <a:endParaRPr/>
          </a:p>
          <a:p>
            <a:pPr>
              <a:defRPr/>
            </a:pPr>
            <a:r>
              <a:rPr lang="en-IN"/>
              <a:t>plt.title('Original Sources')</a:t>
            </a:r>
            <a:endParaRPr/>
          </a:p>
          <a:p>
            <a:pPr>
              <a:defRPr/>
            </a:pPr>
            <a:r>
              <a:rPr lang="en-IN"/>
              <a:t>plt.plot(X[:100])  # Show first 100 samples</a:t>
            </a:r>
            <a:endParaRPr/>
          </a:p>
          <a:p>
            <a:pPr>
              <a:defRPr/>
            </a:pPr>
            <a:r>
              <a:rPr lang="en-IN"/>
              <a:t>plt.xlabel('Samples')</a:t>
            </a:r>
            <a:endParaRPr/>
          </a:p>
          <a:p>
            <a:pPr>
              <a:defRPr/>
            </a:pPr>
            <a:r>
              <a:rPr lang="en-IN"/>
              <a:t>plt.ylabel('Original Sources')</a:t>
            </a:r>
            <a:endParaRPr/>
          </a:p>
          <a:p>
            <a:pPr>
              <a:defRPr/>
            </a:pPr>
            <a:r>
              <a:rPr lang="en-IN"/>
              <a:t>plt.tight_layout()</a:t>
            </a:r>
            <a:endParaRPr/>
          </a:p>
          <a:p>
            <a:pPr>
              <a:defRPr/>
            </a:pPr>
            <a:r>
              <a:rPr lang="en-IN"/>
              <a:t>plt.show()</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14847058" name="Picture 1"/>
          <p:cNvPicPr/>
          <p:nvPr/>
        </p:nvPicPr>
        <p:blipFill rotWithShape="1">
          <a:blip r:embed="rId3"/>
          <a:stretch/>
        </p:blipFill>
        <p:spPr bwMode="auto">
          <a:xfrm>
            <a:off x="11268540" y="182880"/>
            <a:ext cx="688680" cy="689040"/>
          </a:xfrm>
          <a:prstGeom prst="rect">
            <a:avLst/>
          </a:prstGeom>
          <a:ln w="0">
            <a:noFill/>
          </a:ln>
        </p:spPr>
      </p:pic>
      <p:sp>
        <p:nvSpPr>
          <p:cNvPr id="2081065493" name="TextBox 2"/>
          <p:cNvSpPr txBox="1"/>
          <p:nvPr/>
        </p:nvSpPr>
        <p:spPr bwMode="auto">
          <a:xfrm>
            <a:off x="1691640" y="396240"/>
            <a:ext cx="8229600" cy="523220"/>
          </a:xfrm>
          <a:prstGeom prst="rect">
            <a:avLst/>
          </a:prstGeom>
          <a:noFill/>
        </p:spPr>
        <p:txBody>
          <a:bodyPr wrap="square" rtlCol="0">
            <a:spAutoFit/>
          </a:bodyPr>
          <a:lstStyle/>
          <a:p>
            <a:pPr algn="ctr">
              <a:defRPr/>
            </a:pPr>
            <a:r>
              <a:rPr lang="en-IN" sz="2800" b="1">
                <a:solidFill>
                  <a:srgbClr val="FF0000"/>
                </a:solidFill>
              </a:rPr>
              <a:t>ASSOCIATION RULE LEARNING</a:t>
            </a:r>
            <a:endParaRPr/>
          </a:p>
        </p:txBody>
      </p:sp>
      <p:sp>
        <p:nvSpPr>
          <p:cNvPr id="528307530" name="TextBox 3"/>
          <p:cNvSpPr txBox="1"/>
          <p:nvPr/>
        </p:nvSpPr>
        <p:spPr bwMode="auto">
          <a:xfrm>
            <a:off x="1021080" y="1539240"/>
            <a:ext cx="10485120" cy="4154984"/>
          </a:xfrm>
          <a:prstGeom prst="rect">
            <a:avLst/>
          </a:prstGeom>
          <a:noFill/>
        </p:spPr>
        <p:txBody>
          <a:bodyPr wrap="square" rtlCol="0">
            <a:spAutoFit/>
          </a:bodyPr>
          <a:lstStyle/>
          <a:p>
            <a:pPr>
              <a:defRPr/>
            </a:pPr>
            <a:r>
              <a:rPr lang="en-IN" sz="2400" b="1">
                <a:solidFill>
                  <a:srgbClr val="FF0000"/>
                </a:solidFill>
              </a:rPr>
              <a:t>APRIORI ALGORITHM</a:t>
            </a:r>
            <a:endParaRPr/>
          </a:p>
          <a:p>
            <a:pPr>
              <a:defRPr/>
            </a:pPr>
            <a:endParaRPr lang="en-IN" sz="2000" b="1"/>
          </a:p>
          <a:p>
            <a:pPr marL="342900" indent="-342900">
              <a:buFont typeface="Arial"/>
              <a:buChar char="•"/>
              <a:defRPr/>
            </a:pPr>
            <a:r>
              <a:rPr lang="en-US" sz="2000"/>
              <a:t>The </a:t>
            </a:r>
            <a:r>
              <a:rPr lang="en-US" sz="2000" b="1"/>
              <a:t>Apriori Algorithm</a:t>
            </a:r>
            <a:r>
              <a:rPr lang="en-US" sz="2000"/>
              <a:t> is a popular algorithm used in </a:t>
            </a:r>
            <a:r>
              <a:rPr lang="en-US" sz="2000" b="1"/>
              <a:t>data mining</a:t>
            </a:r>
            <a:r>
              <a:rPr lang="en-US" sz="2000"/>
              <a:t> to find </a:t>
            </a:r>
            <a:r>
              <a:rPr lang="en-US" sz="2000" b="1"/>
              <a:t>frequent itemsets</a:t>
            </a:r>
            <a:r>
              <a:rPr lang="en-US" sz="2000"/>
              <a:t> in a dataset and to discover </a:t>
            </a:r>
            <a:r>
              <a:rPr lang="en-US" sz="2000" b="1"/>
              <a:t>association rules</a:t>
            </a:r>
            <a:r>
              <a:rPr lang="en-US" sz="2000"/>
              <a:t>. </a:t>
            </a:r>
            <a:endParaRPr/>
          </a:p>
          <a:p>
            <a:pPr marL="342900" indent="-342900">
              <a:buFont typeface="Arial"/>
              <a:buChar char="•"/>
              <a:defRPr/>
            </a:pPr>
            <a:r>
              <a:rPr lang="en-US" sz="2000"/>
              <a:t>It is mainly used for </a:t>
            </a:r>
            <a:r>
              <a:rPr lang="en-US" sz="2000" b="1"/>
              <a:t>market basket analysis</a:t>
            </a:r>
            <a:r>
              <a:rPr lang="en-US" sz="2000"/>
              <a:t> to find patterns like "customers who buy bread are also likely to buy butter.“</a:t>
            </a:r>
            <a:endParaRPr/>
          </a:p>
          <a:p>
            <a:pPr marL="342900" indent="-342900">
              <a:buFont typeface="Arial"/>
              <a:buChar char="•"/>
              <a:defRPr/>
            </a:pPr>
            <a:endParaRPr lang="en-US" sz="2000"/>
          </a:p>
          <a:p>
            <a:pPr>
              <a:defRPr/>
            </a:pPr>
            <a:r>
              <a:rPr lang="en-US" sz="2000"/>
              <a:t>In simple words:</a:t>
            </a:r>
            <a:endParaRPr/>
          </a:p>
          <a:p>
            <a:pPr marL="342900" indent="-342900">
              <a:buFont typeface="Arial"/>
              <a:buChar char="•"/>
              <a:defRPr/>
            </a:pPr>
            <a:r>
              <a:rPr lang="en-US" sz="2000" b="1"/>
              <a:t>Apriori</a:t>
            </a:r>
            <a:r>
              <a:rPr lang="en-US" sz="2000"/>
              <a:t> helps in finding associations between items in large datasets, such as products often bought together.</a:t>
            </a:r>
            <a:endParaRPr/>
          </a:p>
          <a:p>
            <a:pPr marL="342900" indent="-342900">
              <a:buFont typeface="Arial"/>
              <a:buChar char="•"/>
              <a:defRPr/>
            </a:pPr>
            <a:r>
              <a:rPr lang="en-US" sz="2000"/>
              <a:t>It works by looking for patterns that appear frequently in the data and uses them to make </a:t>
            </a:r>
            <a:r>
              <a:rPr lang="en-US" sz="2000" b="1"/>
              <a:t>predictions</a:t>
            </a:r>
            <a:r>
              <a:rPr lang="en-US" sz="2000"/>
              <a:t> about what items are likely to be purchased together.</a:t>
            </a:r>
            <a:endParaRPr/>
          </a:p>
          <a:p>
            <a:pPr>
              <a:defRPr/>
            </a:pPr>
            <a:endParaRPr lang="en-IN" sz="2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53623423" name="Picture 1"/>
          <p:cNvPicPr/>
          <p:nvPr/>
        </p:nvPicPr>
        <p:blipFill rotWithShape="1">
          <a:blip r:embed="rId3"/>
          <a:stretch/>
        </p:blipFill>
        <p:spPr bwMode="auto">
          <a:xfrm>
            <a:off x="11268540" y="182880"/>
            <a:ext cx="688680" cy="689040"/>
          </a:xfrm>
          <a:prstGeom prst="rect">
            <a:avLst/>
          </a:prstGeom>
          <a:ln w="0">
            <a:noFill/>
          </a:ln>
        </p:spPr>
      </p:pic>
      <p:sp>
        <p:nvSpPr>
          <p:cNvPr id="1519500255" name="TextBox 2"/>
          <p:cNvSpPr txBox="1"/>
          <p:nvPr/>
        </p:nvSpPr>
        <p:spPr bwMode="auto">
          <a:xfrm>
            <a:off x="472440" y="518160"/>
            <a:ext cx="10622280" cy="5632311"/>
          </a:xfrm>
          <a:prstGeom prst="rect">
            <a:avLst/>
          </a:prstGeom>
          <a:noFill/>
        </p:spPr>
        <p:txBody>
          <a:bodyPr wrap="square" rtlCol="0">
            <a:spAutoFit/>
          </a:bodyPr>
          <a:lstStyle/>
          <a:p>
            <a:pPr>
              <a:defRPr/>
            </a:pPr>
            <a:r>
              <a:rPr lang="en-IN" sz="2000" b="1"/>
              <a:t>Example</a:t>
            </a:r>
            <a:endParaRPr/>
          </a:p>
          <a:p>
            <a:pPr>
              <a:defRPr/>
            </a:pPr>
            <a:endParaRPr lang="en-IN" sz="2000" b="1"/>
          </a:p>
          <a:p>
            <a:pPr>
              <a:defRPr/>
            </a:pPr>
            <a:r>
              <a:rPr lang="en-US" sz="2000" b="1"/>
              <a:t>Create a List of Items</a:t>
            </a:r>
            <a:r>
              <a:rPr lang="en-US" sz="2000"/>
              <a:t>:</a:t>
            </a:r>
            <a:endParaRPr/>
          </a:p>
          <a:p>
            <a:pPr marL="342900" indent="-342900">
              <a:buFont typeface="Arial"/>
              <a:buChar char="•"/>
              <a:defRPr/>
            </a:pPr>
            <a:r>
              <a:rPr lang="en-US" sz="2000"/>
              <a:t>Think of a store's transactions as a list of items purchased together. For example:</a:t>
            </a:r>
            <a:endParaRPr/>
          </a:p>
          <a:p>
            <a:pPr lvl="1">
              <a:defRPr/>
            </a:pPr>
            <a:r>
              <a:rPr lang="en-US" sz="2000"/>
              <a:t>Transaction 1: [Bread, Butter]</a:t>
            </a:r>
            <a:endParaRPr/>
          </a:p>
          <a:p>
            <a:pPr lvl="1">
              <a:defRPr/>
            </a:pPr>
            <a:r>
              <a:rPr lang="en-US" sz="2000"/>
              <a:t>Transaction 2: [Bread, Milk]</a:t>
            </a:r>
            <a:endParaRPr/>
          </a:p>
          <a:p>
            <a:pPr lvl="1">
              <a:defRPr/>
            </a:pPr>
            <a:r>
              <a:rPr lang="en-US" sz="2000"/>
              <a:t>Transaction 3: [Butter, Milk]</a:t>
            </a:r>
            <a:endParaRPr/>
          </a:p>
          <a:p>
            <a:pPr lvl="1">
              <a:defRPr/>
            </a:pPr>
            <a:r>
              <a:rPr lang="en-US" sz="2000"/>
              <a:t>Transaction 4: [Bread, Butter, Milk]</a:t>
            </a:r>
            <a:endParaRPr lang="en-IN" sz="2000" b="1"/>
          </a:p>
          <a:p>
            <a:pPr>
              <a:defRPr/>
            </a:pPr>
            <a:endParaRPr lang="en-IN" sz="2000" b="1"/>
          </a:p>
          <a:p>
            <a:pPr marL="342900" indent="-342900">
              <a:buFont typeface="Arial"/>
              <a:buChar char="•"/>
              <a:defRPr/>
            </a:pPr>
            <a:r>
              <a:rPr lang="en-US" sz="2000" b="1"/>
              <a:t>Support</a:t>
            </a:r>
            <a:r>
              <a:rPr lang="en-US" sz="2000"/>
              <a:t> of an itemset is the proportion of transactions that contain that itemset. It is calculated as:</a:t>
            </a:r>
            <a:endParaRPr/>
          </a:p>
          <a:p>
            <a:pPr marL="342900" indent="-342900">
              <a:buFont typeface="Arial"/>
              <a:buChar char="•"/>
              <a:defRPr/>
            </a:pPr>
            <a:endParaRPr lang="en-US" sz="2000" b="1"/>
          </a:p>
          <a:p>
            <a:pPr marL="342900" indent="-342900">
              <a:buFont typeface="Arial"/>
              <a:buChar char="•"/>
              <a:defRPr/>
            </a:pPr>
            <a:endParaRPr lang="en-US" sz="2000" b="1"/>
          </a:p>
          <a:p>
            <a:pPr marL="342900" indent="-342900">
              <a:buFont typeface="Arial"/>
              <a:buChar char="•"/>
              <a:defRPr/>
            </a:pPr>
            <a:endParaRPr lang="en-US" sz="2000" b="1"/>
          </a:p>
          <a:p>
            <a:pPr marL="342900" indent="-342900">
              <a:buFont typeface="Arial"/>
              <a:buChar char="•"/>
              <a:defRPr/>
            </a:pPr>
            <a:endParaRPr lang="en-US" sz="2000" b="1"/>
          </a:p>
          <a:p>
            <a:pPr marL="342900" indent="-342900">
              <a:buFont typeface="Arial"/>
              <a:buChar char="•"/>
              <a:defRPr/>
            </a:pPr>
            <a:r>
              <a:rPr lang="en-US" sz="2000" b="1"/>
              <a:t>Confidence </a:t>
            </a:r>
            <a:r>
              <a:rPr lang="en-US" sz="2000"/>
              <a:t>of a rule tells us how likely it is that the second item is purchased when the first item is purchased. It is calculated as:</a:t>
            </a:r>
            <a:endParaRPr/>
          </a:p>
          <a:p>
            <a:pPr>
              <a:defRPr/>
            </a:pPr>
            <a:endParaRPr lang="en-IN" sz="2000" b="1"/>
          </a:p>
        </p:txBody>
      </p:sp>
      <p:pic>
        <p:nvPicPr>
          <p:cNvPr id="1975072068" name="Picture 4"/>
          <p:cNvPicPr>
            <a:picLocks noChangeAspect="1"/>
          </p:cNvPicPr>
          <p:nvPr/>
        </p:nvPicPr>
        <p:blipFill rotWithShape="1">
          <a:blip r:embed="rId4"/>
          <a:stretch/>
        </p:blipFill>
        <p:spPr bwMode="auto">
          <a:xfrm>
            <a:off x="2327534" y="3757562"/>
            <a:ext cx="5429625" cy="844918"/>
          </a:xfrm>
          <a:prstGeom prst="rect">
            <a:avLst/>
          </a:prstGeom>
        </p:spPr>
      </p:pic>
      <p:pic>
        <p:nvPicPr>
          <p:cNvPr id="910959976" name="Picture 6"/>
          <p:cNvPicPr>
            <a:picLocks noChangeAspect="1"/>
          </p:cNvPicPr>
          <p:nvPr/>
        </p:nvPicPr>
        <p:blipFill rotWithShape="1">
          <a:blip r:embed="rId5"/>
          <a:stretch/>
        </p:blipFill>
        <p:spPr bwMode="auto">
          <a:xfrm>
            <a:off x="2605721" y="5813688"/>
            <a:ext cx="4572638" cy="78115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12447389" name="Picture 1"/>
          <p:cNvPicPr/>
          <p:nvPr/>
        </p:nvPicPr>
        <p:blipFill rotWithShape="1">
          <a:blip r:embed="rId3"/>
          <a:stretch/>
        </p:blipFill>
        <p:spPr bwMode="auto">
          <a:xfrm>
            <a:off x="11268540" y="182880"/>
            <a:ext cx="688680" cy="689040"/>
          </a:xfrm>
          <a:prstGeom prst="rect">
            <a:avLst/>
          </a:prstGeom>
          <a:ln w="0">
            <a:noFill/>
          </a:ln>
        </p:spPr>
      </p:pic>
      <p:sp>
        <p:nvSpPr>
          <p:cNvPr id="849845600" name="TextBox 3"/>
          <p:cNvSpPr txBox="1"/>
          <p:nvPr/>
        </p:nvSpPr>
        <p:spPr bwMode="auto">
          <a:xfrm>
            <a:off x="487680" y="365760"/>
            <a:ext cx="10302240" cy="5401479"/>
          </a:xfrm>
          <a:prstGeom prst="rect">
            <a:avLst/>
          </a:prstGeom>
          <a:noFill/>
        </p:spPr>
        <p:txBody>
          <a:bodyPr wrap="square">
            <a:spAutoFit/>
          </a:bodyPr>
          <a:lstStyle/>
          <a:p>
            <a:pPr>
              <a:spcBef>
                <a:spcPts val="200"/>
              </a:spcBef>
              <a:defRPr/>
            </a:pPr>
            <a:r>
              <a:rPr lang="en-IN" sz="2000" b="1"/>
              <a:t>Step 1: Generate Candidate Itemsets (C1)</a:t>
            </a:r>
            <a:r>
              <a:rPr lang="en-IN" sz="2000"/>
              <a:t>:</a:t>
            </a:r>
            <a:endParaRPr/>
          </a:p>
          <a:p>
            <a:pPr lvl="1">
              <a:spcBef>
                <a:spcPts val="200"/>
              </a:spcBef>
              <a:defRPr/>
            </a:pPr>
            <a:r>
              <a:rPr lang="en-IN" sz="2000" b="1"/>
              <a:t>C1</a:t>
            </a:r>
            <a:r>
              <a:rPr lang="en-IN" sz="2000"/>
              <a:t>: {Bread}, {Butter}, {Milk}</a:t>
            </a:r>
            <a:endParaRPr/>
          </a:p>
          <a:p>
            <a:pPr>
              <a:spcBef>
                <a:spcPts val="200"/>
              </a:spcBef>
              <a:defRPr/>
            </a:pPr>
            <a:r>
              <a:rPr lang="en-IN" sz="2000" b="1"/>
              <a:t>Step 2: Calculate Support for C1</a:t>
            </a:r>
            <a:r>
              <a:rPr lang="en-IN" sz="2000"/>
              <a:t>:</a:t>
            </a:r>
            <a:endParaRPr/>
          </a:p>
          <a:p>
            <a:pPr lvl="1">
              <a:spcBef>
                <a:spcPts val="200"/>
              </a:spcBef>
              <a:defRPr/>
            </a:pPr>
            <a:r>
              <a:rPr lang="en-IN" sz="2000" b="1"/>
              <a:t>Support({Bread})</a:t>
            </a:r>
            <a:r>
              <a:rPr lang="en-IN" sz="2000"/>
              <a:t> = 3/4 = 0.75</a:t>
            </a:r>
            <a:endParaRPr/>
          </a:p>
          <a:p>
            <a:pPr lvl="1">
              <a:spcBef>
                <a:spcPts val="200"/>
              </a:spcBef>
              <a:defRPr/>
            </a:pPr>
            <a:r>
              <a:rPr lang="en-IN" sz="2000" b="1"/>
              <a:t>Support({Butter})</a:t>
            </a:r>
            <a:r>
              <a:rPr lang="en-IN" sz="2000"/>
              <a:t> = 3/4 = 0.75</a:t>
            </a:r>
            <a:endParaRPr/>
          </a:p>
          <a:p>
            <a:pPr lvl="1">
              <a:spcBef>
                <a:spcPts val="200"/>
              </a:spcBef>
              <a:defRPr/>
            </a:pPr>
            <a:r>
              <a:rPr lang="en-IN" sz="2000" b="1"/>
              <a:t>Support({Milk})</a:t>
            </a:r>
            <a:r>
              <a:rPr lang="en-IN" sz="2000"/>
              <a:t> = 3/4 = 0.75</a:t>
            </a:r>
            <a:endParaRPr/>
          </a:p>
          <a:p>
            <a:pPr>
              <a:spcBef>
                <a:spcPts val="200"/>
              </a:spcBef>
              <a:defRPr/>
            </a:pPr>
            <a:r>
              <a:rPr lang="en-IN" sz="2000" b="1"/>
              <a:t>Step 3: Generate Candidate Itemsets (C2)</a:t>
            </a:r>
            <a:r>
              <a:rPr lang="en-IN" sz="2000"/>
              <a:t>:</a:t>
            </a:r>
            <a:endParaRPr/>
          </a:p>
          <a:p>
            <a:pPr lvl="1">
              <a:spcBef>
                <a:spcPts val="200"/>
              </a:spcBef>
              <a:defRPr/>
            </a:pPr>
            <a:r>
              <a:rPr lang="en-IN" sz="2000" b="1"/>
              <a:t>C2</a:t>
            </a:r>
            <a:r>
              <a:rPr lang="en-IN" sz="2000"/>
              <a:t>: {Bread, Butter}, {Bread, Milk}, {Butter, Milk}</a:t>
            </a:r>
            <a:endParaRPr/>
          </a:p>
          <a:p>
            <a:pPr>
              <a:spcBef>
                <a:spcPts val="200"/>
              </a:spcBef>
              <a:defRPr/>
            </a:pPr>
            <a:r>
              <a:rPr lang="en-IN" sz="2000" b="1"/>
              <a:t>Step 4: Calculate Support for C2</a:t>
            </a:r>
            <a:r>
              <a:rPr lang="en-IN" sz="2000"/>
              <a:t>:</a:t>
            </a:r>
            <a:endParaRPr/>
          </a:p>
          <a:p>
            <a:pPr lvl="1">
              <a:spcBef>
                <a:spcPts val="200"/>
              </a:spcBef>
              <a:defRPr/>
            </a:pPr>
            <a:r>
              <a:rPr lang="en-IN" sz="2000" b="1"/>
              <a:t>Support({Bread, Butter})</a:t>
            </a:r>
            <a:r>
              <a:rPr lang="en-IN" sz="2000"/>
              <a:t> = 3/4 = 0.75</a:t>
            </a:r>
            <a:endParaRPr/>
          </a:p>
          <a:p>
            <a:pPr lvl="1">
              <a:spcBef>
                <a:spcPts val="200"/>
              </a:spcBef>
              <a:defRPr/>
            </a:pPr>
            <a:r>
              <a:rPr lang="en-IN" sz="2000" b="1"/>
              <a:t>Support({Bread, Milk})</a:t>
            </a:r>
            <a:r>
              <a:rPr lang="en-IN" sz="2000"/>
              <a:t> = 2/4 = 0.50</a:t>
            </a:r>
            <a:endParaRPr/>
          </a:p>
          <a:p>
            <a:pPr lvl="1">
              <a:spcBef>
                <a:spcPts val="200"/>
              </a:spcBef>
              <a:defRPr/>
            </a:pPr>
            <a:r>
              <a:rPr lang="en-IN" sz="2000" b="1"/>
              <a:t>Support({Butter, Milk})</a:t>
            </a:r>
            <a:r>
              <a:rPr lang="en-IN" sz="2000"/>
              <a:t> = 2/4 = 0.50</a:t>
            </a:r>
            <a:endParaRPr/>
          </a:p>
          <a:p>
            <a:pPr>
              <a:spcBef>
                <a:spcPts val="200"/>
              </a:spcBef>
              <a:defRPr/>
            </a:pPr>
            <a:r>
              <a:rPr lang="en-IN" sz="2000" b="1"/>
              <a:t>Step 5: Generate Rules</a:t>
            </a:r>
            <a:r>
              <a:rPr lang="en-IN" sz="2000"/>
              <a:t>:</a:t>
            </a:r>
            <a:endParaRPr/>
          </a:p>
          <a:p>
            <a:pPr lvl="1">
              <a:spcBef>
                <a:spcPts val="200"/>
              </a:spcBef>
              <a:defRPr/>
            </a:pPr>
            <a:r>
              <a:rPr lang="en-IN" sz="2000" b="1"/>
              <a:t>{Bread} → {Butter}</a:t>
            </a:r>
            <a:r>
              <a:rPr lang="en-IN" sz="2000"/>
              <a:t> with confidence = 0.75 / 0.75 = 1.00 (valid rule)</a:t>
            </a:r>
            <a:endParaRPr/>
          </a:p>
          <a:p>
            <a:pPr lvl="1">
              <a:spcBef>
                <a:spcPts val="200"/>
              </a:spcBef>
              <a:defRPr/>
            </a:pPr>
            <a:r>
              <a:rPr lang="en-IN" sz="2000" b="1"/>
              <a:t>{Bread} → {Milk}</a:t>
            </a:r>
            <a:r>
              <a:rPr lang="en-IN" sz="2000"/>
              <a:t> with confidence = 0.50 / 0.75 = 0.67 (valid rule)</a:t>
            </a:r>
            <a:endParaRPr/>
          </a:p>
          <a:p>
            <a:pPr lvl="1">
              <a:spcBef>
                <a:spcPts val="200"/>
              </a:spcBef>
              <a:defRPr/>
            </a:pPr>
            <a:r>
              <a:rPr lang="en-IN" sz="2000" b="1"/>
              <a:t>{Butter} → {Milk}</a:t>
            </a:r>
            <a:r>
              <a:rPr lang="en-IN" sz="2000"/>
              <a:t> with confidence = 0.50 / 0.75 = 0.67 (valid rule)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22074339" name="Picture 1"/>
          <p:cNvPicPr/>
          <p:nvPr/>
        </p:nvPicPr>
        <p:blipFill rotWithShape="1">
          <a:blip r:embed="rId3"/>
          <a:stretch/>
        </p:blipFill>
        <p:spPr bwMode="auto">
          <a:xfrm>
            <a:off x="11268540" y="182880"/>
            <a:ext cx="688680" cy="689040"/>
          </a:xfrm>
          <a:prstGeom prst="rect">
            <a:avLst/>
          </a:prstGeom>
          <a:ln w="0">
            <a:noFill/>
          </a:ln>
        </p:spPr>
      </p:pic>
      <p:sp>
        <p:nvSpPr>
          <p:cNvPr id="1814167976" name="TextBox 3"/>
          <p:cNvSpPr txBox="1"/>
          <p:nvPr/>
        </p:nvSpPr>
        <p:spPr bwMode="auto">
          <a:xfrm>
            <a:off x="234780" y="182880"/>
            <a:ext cx="9823620" cy="6247864"/>
          </a:xfrm>
          <a:prstGeom prst="rect">
            <a:avLst/>
          </a:prstGeom>
          <a:noFill/>
        </p:spPr>
        <p:txBody>
          <a:bodyPr wrap="square">
            <a:spAutoFit/>
          </a:bodyPr>
          <a:lstStyle/>
          <a:p>
            <a:pPr>
              <a:defRPr/>
            </a:pPr>
            <a:r>
              <a:rPr lang="en-IN" sz="2000" b="1"/>
              <a:t>Example</a:t>
            </a:r>
            <a:endParaRPr/>
          </a:p>
          <a:p>
            <a:pPr>
              <a:defRPr/>
            </a:pPr>
            <a:r>
              <a:rPr lang="en-IN" sz="2000"/>
              <a:t> pip install mlxtend</a:t>
            </a:r>
          </a:p>
          <a:p>
            <a:pPr>
              <a:defRPr/>
            </a:pPr>
            <a:endParaRPr lang="en-IN" sz="2000" b="1"/>
          </a:p>
          <a:p>
            <a:pPr>
              <a:defRPr/>
            </a:pPr>
            <a:r>
              <a:rPr lang="en-IN" sz="2000"/>
              <a:t>import pandas as pd</a:t>
            </a:r>
            <a:endParaRPr/>
          </a:p>
          <a:p>
            <a:pPr>
              <a:defRPr/>
            </a:pPr>
            <a:r>
              <a:rPr lang="en-IN" sz="2000"/>
              <a:t>from mlxtend.frequent_patterns import apriori, association_rules</a:t>
            </a:r>
          </a:p>
          <a:p>
            <a:pPr>
              <a:defRPr/>
            </a:pPr>
            <a:endParaRPr lang="en-IN" sz="2000"/>
          </a:p>
          <a:p>
            <a:pPr>
              <a:defRPr/>
            </a:pPr>
            <a:r>
              <a:rPr lang="en-IN" sz="2000"/>
              <a:t># Sample Retail Transaction Dataset (for demonstration purposes)</a:t>
            </a:r>
            <a:endParaRPr/>
          </a:p>
          <a:p>
            <a:pPr>
              <a:defRPr/>
            </a:pPr>
            <a:r>
              <a:rPr lang="en-IN" sz="2000"/>
              <a:t>data = {</a:t>
            </a:r>
            <a:endParaRPr/>
          </a:p>
          <a:p>
            <a:pPr>
              <a:defRPr/>
            </a:pPr>
            <a:r>
              <a:rPr lang="en-IN" sz="2000"/>
              <a:t>    'Milk': [1, 1, 0, 1, 0],</a:t>
            </a:r>
            <a:endParaRPr/>
          </a:p>
          <a:p>
            <a:pPr>
              <a:defRPr/>
            </a:pPr>
            <a:r>
              <a:rPr lang="en-IN" sz="2000"/>
              <a:t>    'Bread': [1, 1, 1, 1, 1],</a:t>
            </a:r>
            <a:endParaRPr/>
          </a:p>
          <a:p>
            <a:pPr>
              <a:defRPr/>
            </a:pPr>
            <a:r>
              <a:rPr lang="en-IN" sz="2000"/>
              <a:t>    'Butter': [1, 0, 1, 1, 0],</a:t>
            </a:r>
            <a:endParaRPr/>
          </a:p>
          <a:p>
            <a:pPr>
              <a:defRPr/>
            </a:pPr>
            <a:r>
              <a:rPr lang="en-IN" sz="2000"/>
              <a:t>    'Beer': [0, 1, 1, 1, 1],</a:t>
            </a:r>
            <a:endParaRPr/>
          </a:p>
          <a:p>
            <a:pPr>
              <a:defRPr/>
            </a:pPr>
            <a:r>
              <a:rPr lang="en-IN" sz="2000"/>
              <a:t>    'Diaper': [1, 0, 1, 0, 1]</a:t>
            </a:r>
            <a:endParaRPr/>
          </a:p>
          <a:p>
            <a:pPr>
              <a:defRPr/>
            </a:pPr>
            <a:r>
              <a:rPr lang="en-IN" sz="2000"/>
              <a:t>}</a:t>
            </a:r>
            <a:endParaRPr/>
          </a:p>
          <a:p>
            <a:pPr>
              <a:defRPr/>
            </a:pPr>
            <a:endParaRPr lang="en-IN" sz="2000"/>
          </a:p>
          <a:p>
            <a:pPr>
              <a:defRPr/>
            </a:pPr>
            <a:r>
              <a:rPr lang="en-IN" sz="2000"/>
              <a:t># Create a DataFrame</a:t>
            </a:r>
            <a:endParaRPr/>
          </a:p>
          <a:p>
            <a:pPr>
              <a:defRPr/>
            </a:pPr>
            <a:r>
              <a:rPr lang="en-IN" sz="2000"/>
              <a:t>df = pd.DataFrame(data)</a:t>
            </a:r>
            <a:endParaRPr/>
          </a:p>
          <a:p>
            <a:pPr>
              <a:defRPr/>
            </a:pPr>
            <a:endParaRPr lang="en-IN" sz="2000"/>
          </a:p>
          <a:p>
            <a:pPr>
              <a:defRPr/>
            </a:pPr>
            <a:r>
              <a:rPr lang="en-IN" sz="2000"/>
              <a:t># Apply the Apriori Algorithm to find frequent itemsets with a minimum support of 0.6</a:t>
            </a:r>
            <a:endParaRPr/>
          </a:p>
          <a:p>
            <a:pPr>
              <a:defRPr/>
            </a:pPr>
            <a:r>
              <a:rPr lang="en-IN" sz="2000"/>
              <a:t>frequent_itemsets = apriori(df, min_support=0.6, use_colnames=True)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35057731" name="Picture 1"/>
          <p:cNvPicPr/>
          <p:nvPr/>
        </p:nvPicPr>
        <p:blipFill rotWithShape="1">
          <a:blip r:embed="rId3"/>
          <a:stretch/>
        </p:blipFill>
        <p:spPr bwMode="auto">
          <a:xfrm>
            <a:off x="11268540" y="182880"/>
            <a:ext cx="688680" cy="689040"/>
          </a:xfrm>
          <a:prstGeom prst="rect">
            <a:avLst/>
          </a:prstGeom>
          <a:ln w="0">
            <a:noFill/>
          </a:ln>
        </p:spPr>
      </p:pic>
      <p:sp>
        <p:nvSpPr>
          <p:cNvPr id="1099049735" name="TextBox 3"/>
          <p:cNvSpPr txBox="1"/>
          <p:nvPr/>
        </p:nvSpPr>
        <p:spPr bwMode="auto">
          <a:xfrm>
            <a:off x="609600" y="594360"/>
            <a:ext cx="8945880" cy="2862322"/>
          </a:xfrm>
          <a:prstGeom prst="rect">
            <a:avLst/>
          </a:prstGeom>
          <a:noFill/>
        </p:spPr>
        <p:txBody>
          <a:bodyPr wrap="square">
            <a:spAutoFit/>
          </a:bodyPr>
          <a:lstStyle/>
          <a:p>
            <a:pPr>
              <a:defRPr/>
            </a:pPr>
            <a:r>
              <a:rPr lang="en-IN" sz="1800"/>
              <a:t># Print the frequent itemsets</a:t>
            </a:r>
          </a:p>
          <a:p>
            <a:pPr>
              <a:defRPr/>
            </a:pPr>
            <a:r>
              <a:rPr lang="en-IN" sz="1800"/>
              <a:t>print("Frequent Itemsets:")</a:t>
            </a:r>
            <a:endParaRPr/>
          </a:p>
          <a:p>
            <a:pPr>
              <a:defRPr/>
            </a:pPr>
            <a:r>
              <a:rPr lang="en-IN" sz="1800"/>
              <a:t>print(frequent_itemsets)</a:t>
            </a:r>
            <a:endParaRPr lang="en-IN"/>
          </a:p>
          <a:p>
            <a:pPr>
              <a:defRPr/>
            </a:pPr>
            <a:endParaRPr lang="en-IN"/>
          </a:p>
          <a:p>
            <a:pPr>
              <a:defRPr/>
            </a:pPr>
            <a:r>
              <a:rPr lang="en-IN"/>
              <a:t># Generate association rules from the frequent itemsets with a minimum lift of 1</a:t>
            </a:r>
            <a:endParaRPr/>
          </a:p>
          <a:p>
            <a:pPr>
              <a:defRPr/>
            </a:pPr>
            <a:r>
              <a:rPr lang="en-IN"/>
              <a:t>rules = association_rules(frequent_itemsets, metric="lift", min_threshold=1.0)</a:t>
            </a:r>
            <a:endParaRPr/>
          </a:p>
          <a:p>
            <a:pPr>
              <a:defRPr/>
            </a:pPr>
            <a:endParaRPr lang="en-IN"/>
          </a:p>
          <a:p>
            <a:pPr>
              <a:defRPr/>
            </a:pPr>
            <a:r>
              <a:rPr lang="en-IN"/>
              <a:t># Print the association rules</a:t>
            </a:r>
            <a:endParaRPr/>
          </a:p>
          <a:p>
            <a:pPr>
              <a:defRPr/>
            </a:pPr>
            <a:r>
              <a:rPr lang="en-IN"/>
              <a:t>print("\nAssociation Rules:")</a:t>
            </a:r>
            <a:endParaRPr/>
          </a:p>
          <a:p>
            <a:pPr>
              <a:defRPr/>
            </a:pPr>
            <a:r>
              <a:rPr lang="en-IN"/>
              <a:t>print(rules)</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7308</Words>
  <Application>Microsoft Office PowerPoint</Application>
  <PresentationFormat>Widescreen</PresentationFormat>
  <Paragraphs>911</Paragraphs>
  <Slides>75</Slides>
  <Notes>75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Aptos</vt:lpstr>
      <vt:lpstr>Arial</vt:lpstr>
      <vt:lpstr>Calibri</vt:lpstr>
      <vt:lpstr>Calibri Light</vt:lpstr>
      <vt:lpstr>menlo</vt:lpstr>
      <vt:lpstr>Office Theme</vt:lpstr>
      <vt:lpstr>PowerPoint Presentation</vt:lpstr>
      <vt:lpstr>Introduction to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Label Encoder</vt:lpstr>
      <vt:lpstr>PowerPoint Presentation</vt:lpstr>
      <vt:lpstr>Dependent and Independent Variables</vt:lpstr>
      <vt:lpstr>LINEAR REGRESSION</vt:lpstr>
      <vt:lpstr>PowerPoint Presentation</vt:lpstr>
      <vt:lpstr>PowerPoint Presentation</vt:lpstr>
      <vt:lpstr>PowerPoint Presentation</vt:lpstr>
      <vt:lpstr>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DECISION TREE ALGORITHM</vt:lpstr>
      <vt:lpstr>PowerPoint Presentation</vt:lpstr>
      <vt:lpstr>PowerPoint Presentation</vt:lpstr>
      <vt:lpstr>PowerPoint Presentation</vt:lpstr>
      <vt:lpstr>PowerPoint Presentation</vt:lpstr>
      <vt:lpstr>RANDOM FOREST REGRESSION</vt:lpstr>
      <vt:lpstr>PowerPoint Presentation</vt:lpstr>
      <vt:lpstr>PowerPoint Presentation</vt:lpstr>
      <vt:lpstr>PowerPoint Presentation</vt:lpstr>
      <vt:lpstr>NAIVE BAYES ALGORITHM</vt:lpstr>
      <vt:lpstr>PowerPoint Presentation</vt:lpstr>
      <vt:lpstr>PowerPoint Presentation</vt:lpstr>
      <vt:lpstr>PowerPoint Presentation</vt:lpstr>
      <vt:lpstr>PowerPoint Presentation</vt:lpstr>
      <vt:lpstr>PowerPoint Presentation</vt:lpstr>
      <vt:lpstr>PowerPoint Presentation</vt:lpstr>
      <vt:lpstr>SUPPORT VECTOR MACHINE (SVM)</vt:lpstr>
      <vt:lpstr>PowerPoint Presentation</vt:lpstr>
      <vt:lpstr>PowerPoint Presentation</vt:lpstr>
      <vt:lpstr>PowerPoint Presentation</vt:lpstr>
      <vt:lpstr>PowerPoint Presentation</vt:lpstr>
      <vt:lpstr>Introduction to Text Mining</vt:lpstr>
      <vt:lpstr>PowerPoint Presentation</vt:lpstr>
      <vt:lpstr>PowerPoint Presentation</vt:lpstr>
      <vt:lpstr>PowerPoint Presentation</vt:lpstr>
      <vt:lpstr>UNSUPERVISED MACHINE LEARNING ALGORITHMS </vt:lpstr>
      <vt:lpstr>PowerPoint Presentation</vt:lpstr>
      <vt:lpstr>PowerPoint Presentation</vt:lpstr>
      <vt:lpstr>PowerPoint Presentation</vt:lpstr>
      <vt:lpstr>DIMENSIONALITY REDUCTION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Pragathi Puthran</dc:creator>
  <cp:lastModifiedBy>NEHAN SHAIKH</cp:lastModifiedBy>
  <cp:revision>10</cp:revision>
  <dcterms:created xsi:type="dcterms:W3CDTF">2025-01-28T07:37:12Z</dcterms:created>
  <dcterms:modified xsi:type="dcterms:W3CDTF">2026-03-23T05:10:54Z</dcterms:modified>
</cp:coreProperties>
</file>